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vYVjZuSKqO5SMDrzmGDzD1o2O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573017" y="1812475"/>
            <a:ext cx="4461509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500" u="none" cap="none" strike="noStrike">
                <a:solidFill>
                  <a:srgbClr val="0D39A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573017" y="1812475"/>
            <a:ext cx="4461509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1504569" y="2170302"/>
            <a:ext cx="208661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Session 3</a:t>
            </a:r>
            <a:endParaRPr sz="3600"/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6791" y="1225318"/>
            <a:ext cx="1665732" cy="187904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6020180" y="3227070"/>
            <a:ext cx="247523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AI = Intelligent computer programs that can perceive, reason, learn, and act in complex environments (Russell &amp; Norvig, 2022)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1871217" y="2219020"/>
            <a:ext cx="112966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solidFill>
                  <a:srgbClr val="0E3EA8"/>
                </a:solidFill>
              </a:rPr>
              <a:t>Agenda</a:t>
            </a:r>
            <a:endParaRPr sz="2400"/>
          </a:p>
        </p:txBody>
      </p:sp>
      <p:sp>
        <p:nvSpPr>
          <p:cNvPr id="51" name="Google Shape;51;p2"/>
          <p:cNvSpPr txBox="1"/>
          <p:nvPr/>
        </p:nvSpPr>
        <p:spPr>
          <a:xfrm>
            <a:off x="3489197" y="1536953"/>
            <a:ext cx="3014980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In this session, we will discuss: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3573017" y="1812475"/>
            <a:ext cx="4461510" cy="171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AI Agents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ReAct paradigm for Agentic Systems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Implementing a ReAct Workflow to Query Tabular Data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7185" lvl="0" marL="355600" marR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Calling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2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86" y="1061668"/>
            <a:ext cx="8436787" cy="2594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482904" y="2136775"/>
            <a:ext cx="363791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/>
              <a:t>Introduction to Agents</a:t>
            </a:r>
            <a:endParaRPr sz="2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Framework for AI Agents</a:t>
            </a:r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>
            <a:off x="595883" y="1051560"/>
            <a:ext cx="6146547" cy="2067052"/>
            <a:chOff x="595883" y="1051560"/>
            <a:chExt cx="6146547" cy="2067052"/>
          </a:xfrm>
        </p:grpSpPr>
        <p:sp>
          <p:nvSpPr>
            <p:cNvPr id="70" name="Google Shape;70;p5"/>
            <p:cNvSpPr/>
            <p:nvPr/>
          </p:nvSpPr>
          <p:spPr>
            <a:xfrm>
              <a:off x="1714500" y="1051560"/>
              <a:ext cx="5027930" cy="1957070"/>
            </a:xfrm>
            <a:custGeom>
              <a:rect b="b" l="l" r="r" t="t"/>
              <a:pathLst>
                <a:path extrusionOk="0" h="1957070" w="5027930">
                  <a:moveTo>
                    <a:pt x="0" y="1956816"/>
                  </a:moveTo>
                  <a:lnTo>
                    <a:pt x="5027676" y="1956816"/>
                  </a:lnTo>
                  <a:lnTo>
                    <a:pt x="5027676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595883" y="2359152"/>
              <a:ext cx="852169" cy="759460"/>
            </a:xfrm>
            <a:custGeom>
              <a:rect b="b" l="l" r="r" t="t"/>
              <a:pathLst>
                <a:path extrusionOk="0" h="759460" w="852169">
                  <a:moveTo>
                    <a:pt x="425957" y="0"/>
                  </a:moveTo>
                  <a:lnTo>
                    <a:pt x="376281" y="2553"/>
                  </a:lnTo>
                  <a:lnTo>
                    <a:pt x="328288" y="10023"/>
                  </a:lnTo>
                  <a:lnTo>
                    <a:pt x="282298" y="22126"/>
                  </a:lnTo>
                  <a:lnTo>
                    <a:pt x="238630" y="38575"/>
                  </a:lnTo>
                  <a:lnTo>
                    <a:pt x="197604" y="59086"/>
                  </a:lnTo>
                  <a:lnTo>
                    <a:pt x="159541" y="83375"/>
                  </a:lnTo>
                  <a:lnTo>
                    <a:pt x="124758" y="111156"/>
                  </a:lnTo>
                  <a:lnTo>
                    <a:pt x="93576" y="142145"/>
                  </a:lnTo>
                  <a:lnTo>
                    <a:pt x="66315" y="176056"/>
                  </a:lnTo>
                  <a:lnTo>
                    <a:pt x="43294" y="212604"/>
                  </a:lnTo>
                  <a:lnTo>
                    <a:pt x="24832" y="251505"/>
                  </a:lnTo>
                  <a:lnTo>
                    <a:pt x="11249" y="292474"/>
                  </a:lnTo>
                  <a:lnTo>
                    <a:pt x="2865" y="335226"/>
                  </a:lnTo>
                  <a:lnTo>
                    <a:pt x="0" y="379475"/>
                  </a:lnTo>
                  <a:lnTo>
                    <a:pt x="2865" y="423725"/>
                  </a:lnTo>
                  <a:lnTo>
                    <a:pt x="11249" y="466477"/>
                  </a:lnTo>
                  <a:lnTo>
                    <a:pt x="24832" y="507446"/>
                  </a:lnTo>
                  <a:lnTo>
                    <a:pt x="43294" y="546347"/>
                  </a:lnTo>
                  <a:lnTo>
                    <a:pt x="66315" y="582895"/>
                  </a:lnTo>
                  <a:lnTo>
                    <a:pt x="93576" y="616806"/>
                  </a:lnTo>
                  <a:lnTo>
                    <a:pt x="124758" y="647795"/>
                  </a:lnTo>
                  <a:lnTo>
                    <a:pt x="159541" y="675576"/>
                  </a:lnTo>
                  <a:lnTo>
                    <a:pt x="197604" y="699865"/>
                  </a:lnTo>
                  <a:lnTo>
                    <a:pt x="238630" y="720376"/>
                  </a:lnTo>
                  <a:lnTo>
                    <a:pt x="282298" y="736825"/>
                  </a:lnTo>
                  <a:lnTo>
                    <a:pt x="328288" y="748928"/>
                  </a:lnTo>
                  <a:lnTo>
                    <a:pt x="376281" y="756398"/>
                  </a:lnTo>
                  <a:lnTo>
                    <a:pt x="425957" y="758952"/>
                  </a:lnTo>
                  <a:lnTo>
                    <a:pt x="475634" y="756398"/>
                  </a:lnTo>
                  <a:lnTo>
                    <a:pt x="523627" y="748928"/>
                  </a:lnTo>
                  <a:lnTo>
                    <a:pt x="569617" y="736825"/>
                  </a:lnTo>
                  <a:lnTo>
                    <a:pt x="613285" y="720376"/>
                  </a:lnTo>
                  <a:lnTo>
                    <a:pt x="654311" y="699865"/>
                  </a:lnTo>
                  <a:lnTo>
                    <a:pt x="692374" y="675576"/>
                  </a:lnTo>
                  <a:lnTo>
                    <a:pt x="727157" y="647795"/>
                  </a:lnTo>
                  <a:lnTo>
                    <a:pt x="758339" y="616806"/>
                  </a:lnTo>
                  <a:lnTo>
                    <a:pt x="785600" y="582895"/>
                  </a:lnTo>
                  <a:lnTo>
                    <a:pt x="808621" y="546347"/>
                  </a:lnTo>
                  <a:lnTo>
                    <a:pt x="827083" y="507446"/>
                  </a:lnTo>
                  <a:lnTo>
                    <a:pt x="840666" y="466477"/>
                  </a:lnTo>
                  <a:lnTo>
                    <a:pt x="849050" y="423725"/>
                  </a:lnTo>
                  <a:lnTo>
                    <a:pt x="851916" y="379475"/>
                  </a:lnTo>
                  <a:lnTo>
                    <a:pt x="849050" y="335226"/>
                  </a:lnTo>
                  <a:lnTo>
                    <a:pt x="840666" y="292474"/>
                  </a:lnTo>
                  <a:lnTo>
                    <a:pt x="827083" y="251505"/>
                  </a:lnTo>
                  <a:lnTo>
                    <a:pt x="808621" y="212604"/>
                  </a:lnTo>
                  <a:lnTo>
                    <a:pt x="785600" y="176056"/>
                  </a:lnTo>
                  <a:lnTo>
                    <a:pt x="758339" y="142145"/>
                  </a:lnTo>
                  <a:lnTo>
                    <a:pt x="727157" y="111156"/>
                  </a:lnTo>
                  <a:lnTo>
                    <a:pt x="692374" y="83375"/>
                  </a:lnTo>
                  <a:lnTo>
                    <a:pt x="654311" y="59086"/>
                  </a:lnTo>
                  <a:lnTo>
                    <a:pt x="613285" y="38575"/>
                  </a:lnTo>
                  <a:lnTo>
                    <a:pt x="569617" y="22126"/>
                  </a:lnTo>
                  <a:lnTo>
                    <a:pt x="523627" y="10023"/>
                  </a:lnTo>
                  <a:lnTo>
                    <a:pt x="475634" y="2553"/>
                  </a:lnTo>
                  <a:lnTo>
                    <a:pt x="425957" y="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5"/>
          <p:cNvGrpSpPr/>
          <p:nvPr/>
        </p:nvGrpSpPr>
        <p:grpSpPr>
          <a:xfrm>
            <a:off x="2490089" y="3273552"/>
            <a:ext cx="4186174" cy="1717548"/>
            <a:chOff x="2490089" y="3273552"/>
            <a:chExt cx="4186174" cy="1717548"/>
          </a:xfrm>
        </p:grpSpPr>
        <p:pic>
          <p:nvPicPr>
            <p:cNvPr id="73" name="Google Shape;7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52572" y="3273552"/>
              <a:ext cx="2723388" cy="1717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5"/>
            <p:cNvSpPr/>
            <p:nvPr/>
          </p:nvSpPr>
          <p:spPr>
            <a:xfrm>
              <a:off x="2490089" y="4020058"/>
              <a:ext cx="562610" cy="148590"/>
            </a:xfrm>
            <a:custGeom>
              <a:rect b="b" l="l" r="r" t="t"/>
              <a:pathLst>
                <a:path extrusionOk="0" h="148589" w="562610">
                  <a:moveTo>
                    <a:pt x="487806" y="72301"/>
                  </a:moveTo>
                  <a:lnTo>
                    <a:pt x="487742" y="74244"/>
                  </a:lnTo>
                  <a:lnTo>
                    <a:pt x="487643" y="77215"/>
                  </a:lnTo>
                  <a:lnTo>
                    <a:pt x="487551" y="79971"/>
                  </a:lnTo>
                  <a:lnTo>
                    <a:pt x="487481" y="82067"/>
                  </a:lnTo>
                  <a:lnTo>
                    <a:pt x="487381" y="85051"/>
                  </a:lnTo>
                  <a:lnTo>
                    <a:pt x="487302" y="87439"/>
                  </a:lnTo>
                  <a:lnTo>
                    <a:pt x="487215" y="90042"/>
                  </a:lnTo>
                  <a:lnTo>
                    <a:pt x="487095" y="93637"/>
                  </a:lnTo>
                  <a:lnTo>
                    <a:pt x="486988" y="96837"/>
                  </a:lnTo>
                  <a:lnTo>
                    <a:pt x="486932" y="98526"/>
                  </a:lnTo>
                  <a:lnTo>
                    <a:pt x="486815" y="102044"/>
                  </a:lnTo>
                  <a:lnTo>
                    <a:pt x="486749" y="103999"/>
                  </a:lnTo>
                  <a:lnTo>
                    <a:pt x="499491" y="104457"/>
                  </a:lnTo>
                  <a:lnTo>
                    <a:pt x="499292" y="109410"/>
                  </a:lnTo>
                  <a:lnTo>
                    <a:pt x="499181" y="112191"/>
                  </a:lnTo>
                  <a:lnTo>
                    <a:pt x="499082" y="114680"/>
                  </a:lnTo>
                  <a:lnTo>
                    <a:pt x="498983" y="117157"/>
                  </a:lnTo>
                  <a:lnTo>
                    <a:pt x="486311" y="117157"/>
                  </a:lnTo>
                  <a:lnTo>
                    <a:pt x="485267" y="148462"/>
                  </a:lnTo>
                  <a:lnTo>
                    <a:pt x="553405" y="117157"/>
                  </a:lnTo>
                  <a:lnTo>
                    <a:pt x="498983" y="117157"/>
                  </a:lnTo>
                  <a:lnTo>
                    <a:pt x="486326" y="116685"/>
                  </a:lnTo>
                  <a:lnTo>
                    <a:pt x="554432" y="116685"/>
                  </a:lnTo>
                  <a:lnTo>
                    <a:pt x="562610" y="112928"/>
                  </a:lnTo>
                  <a:lnTo>
                    <a:pt x="487806" y="72301"/>
                  </a:lnTo>
                  <a:close/>
                </a:path>
                <a:path extrusionOk="0" h="148589" w="562610">
                  <a:moveTo>
                    <a:pt x="486749" y="103999"/>
                  </a:moveTo>
                  <a:lnTo>
                    <a:pt x="486678" y="106133"/>
                  </a:lnTo>
                  <a:lnTo>
                    <a:pt x="486569" y="109410"/>
                  </a:lnTo>
                  <a:lnTo>
                    <a:pt x="486452" y="112928"/>
                  </a:lnTo>
                  <a:lnTo>
                    <a:pt x="486326" y="116685"/>
                  </a:lnTo>
                  <a:lnTo>
                    <a:pt x="498983" y="117157"/>
                  </a:lnTo>
                  <a:lnTo>
                    <a:pt x="499423" y="106133"/>
                  </a:lnTo>
                  <a:lnTo>
                    <a:pt x="499491" y="104457"/>
                  </a:lnTo>
                  <a:lnTo>
                    <a:pt x="486749" y="103999"/>
                  </a:lnTo>
                  <a:close/>
                </a:path>
                <a:path extrusionOk="0" h="148589" w="562610">
                  <a:moveTo>
                    <a:pt x="275085" y="59321"/>
                  </a:moveTo>
                  <a:lnTo>
                    <a:pt x="275190" y="60536"/>
                  </a:lnTo>
                  <a:lnTo>
                    <a:pt x="275293" y="61201"/>
                  </a:lnTo>
                  <a:lnTo>
                    <a:pt x="275384" y="61798"/>
                  </a:lnTo>
                  <a:lnTo>
                    <a:pt x="275488" y="62471"/>
                  </a:lnTo>
                  <a:lnTo>
                    <a:pt x="275590" y="63131"/>
                  </a:lnTo>
                  <a:lnTo>
                    <a:pt x="275717" y="63779"/>
                  </a:lnTo>
                  <a:lnTo>
                    <a:pt x="275844" y="64414"/>
                  </a:lnTo>
                  <a:lnTo>
                    <a:pt x="276225" y="65011"/>
                  </a:lnTo>
                  <a:lnTo>
                    <a:pt x="277494" y="67487"/>
                  </a:lnTo>
                  <a:lnTo>
                    <a:pt x="277622" y="67894"/>
                  </a:lnTo>
                  <a:lnTo>
                    <a:pt x="278130" y="68630"/>
                  </a:lnTo>
                  <a:lnTo>
                    <a:pt x="280215" y="71158"/>
                  </a:lnTo>
                  <a:lnTo>
                    <a:pt x="280416" y="71348"/>
                  </a:lnTo>
                  <a:lnTo>
                    <a:pt x="280543" y="71564"/>
                  </a:lnTo>
                  <a:lnTo>
                    <a:pt x="280797" y="71767"/>
                  </a:lnTo>
                  <a:lnTo>
                    <a:pt x="283463" y="74244"/>
                  </a:lnTo>
                  <a:lnTo>
                    <a:pt x="287528" y="77215"/>
                  </a:lnTo>
                  <a:lnTo>
                    <a:pt x="331597" y="94272"/>
                  </a:lnTo>
                  <a:lnTo>
                    <a:pt x="388747" y="106133"/>
                  </a:lnTo>
                  <a:lnTo>
                    <a:pt x="434340" y="112191"/>
                  </a:lnTo>
                  <a:lnTo>
                    <a:pt x="485141" y="116685"/>
                  </a:lnTo>
                  <a:lnTo>
                    <a:pt x="486326" y="116685"/>
                  </a:lnTo>
                  <a:lnTo>
                    <a:pt x="486452" y="112928"/>
                  </a:lnTo>
                  <a:lnTo>
                    <a:pt x="486569" y="109410"/>
                  </a:lnTo>
                  <a:lnTo>
                    <a:pt x="486678" y="106133"/>
                  </a:lnTo>
                  <a:lnTo>
                    <a:pt x="486749" y="103999"/>
                  </a:lnTo>
                  <a:lnTo>
                    <a:pt x="485834" y="103999"/>
                  </a:lnTo>
                  <a:lnTo>
                    <a:pt x="435863" y="99580"/>
                  </a:lnTo>
                  <a:lnTo>
                    <a:pt x="391033" y="93637"/>
                  </a:lnTo>
                  <a:lnTo>
                    <a:pt x="351917" y="86194"/>
                  </a:lnTo>
                  <a:lnTo>
                    <a:pt x="313944" y="75564"/>
                  </a:lnTo>
                  <a:lnTo>
                    <a:pt x="288938" y="61798"/>
                  </a:lnTo>
                  <a:lnTo>
                    <a:pt x="288798" y="61798"/>
                  </a:lnTo>
                  <a:lnTo>
                    <a:pt x="288583" y="61379"/>
                  </a:lnTo>
                  <a:lnTo>
                    <a:pt x="288366" y="61201"/>
                  </a:lnTo>
                  <a:lnTo>
                    <a:pt x="288163" y="61201"/>
                  </a:lnTo>
                  <a:lnTo>
                    <a:pt x="288091" y="60739"/>
                  </a:lnTo>
                  <a:lnTo>
                    <a:pt x="287938" y="60536"/>
                  </a:lnTo>
                  <a:lnTo>
                    <a:pt x="287853" y="60285"/>
                  </a:lnTo>
                  <a:lnTo>
                    <a:pt x="287776" y="60058"/>
                  </a:lnTo>
                  <a:lnTo>
                    <a:pt x="275463" y="60058"/>
                  </a:lnTo>
                  <a:lnTo>
                    <a:pt x="275085" y="59321"/>
                  </a:lnTo>
                  <a:close/>
                </a:path>
                <a:path extrusionOk="0" h="148589" w="562610">
                  <a:moveTo>
                    <a:pt x="288583" y="61379"/>
                  </a:moveTo>
                  <a:lnTo>
                    <a:pt x="288798" y="61798"/>
                  </a:lnTo>
                  <a:lnTo>
                    <a:pt x="288938" y="61798"/>
                  </a:lnTo>
                  <a:lnTo>
                    <a:pt x="288583" y="61379"/>
                  </a:lnTo>
                  <a:close/>
                </a:path>
                <a:path extrusionOk="0" h="148589" w="562610">
                  <a:moveTo>
                    <a:pt x="288032" y="60739"/>
                  </a:moveTo>
                  <a:lnTo>
                    <a:pt x="288163" y="61201"/>
                  </a:lnTo>
                  <a:lnTo>
                    <a:pt x="288366" y="61201"/>
                  </a:lnTo>
                  <a:lnTo>
                    <a:pt x="288032" y="60739"/>
                  </a:lnTo>
                  <a:close/>
                </a:path>
                <a:path extrusionOk="0" h="148589" w="562610">
                  <a:moveTo>
                    <a:pt x="287528" y="59321"/>
                  </a:moveTo>
                  <a:lnTo>
                    <a:pt x="287776" y="60058"/>
                  </a:lnTo>
                  <a:lnTo>
                    <a:pt x="287853" y="60285"/>
                  </a:lnTo>
                  <a:lnTo>
                    <a:pt x="287938" y="60536"/>
                  </a:lnTo>
                  <a:lnTo>
                    <a:pt x="288447" y="61201"/>
                  </a:lnTo>
                  <a:lnTo>
                    <a:pt x="288254" y="60739"/>
                  </a:lnTo>
                  <a:lnTo>
                    <a:pt x="288022" y="60285"/>
                  </a:lnTo>
                  <a:lnTo>
                    <a:pt x="287987" y="60058"/>
                  </a:lnTo>
                  <a:lnTo>
                    <a:pt x="287528" y="59321"/>
                  </a:lnTo>
                  <a:close/>
                </a:path>
                <a:path extrusionOk="0" h="148589" w="562610">
                  <a:moveTo>
                    <a:pt x="274964" y="58625"/>
                  </a:moveTo>
                  <a:lnTo>
                    <a:pt x="274728" y="58625"/>
                  </a:lnTo>
                  <a:lnTo>
                    <a:pt x="275463" y="60058"/>
                  </a:lnTo>
                  <a:lnTo>
                    <a:pt x="275214" y="59321"/>
                  </a:lnTo>
                  <a:lnTo>
                    <a:pt x="275137" y="59094"/>
                  </a:lnTo>
                  <a:lnTo>
                    <a:pt x="275043" y="58816"/>
                  </a:lnTo>
                  <a:lnTo>
                    <a:pt x="274964" y="58625"/>
                  </a:lnTo>
                  <a:close/>
                </a:path>
                <a:path extrusionOk="0" h="148589" w="562610">
                  <a:moveTo>
                    <a:pt x="287697" y="58178"/>
                  </a:moveTo>
                  <a:lnTo>
                    <a:pt x="274828" y="58178"/>
                  </a:lnTo>
                  <a:lnTo>
                    <a:pt x="274907" y="58625"/>
                  </a:lnTo>
                  <a:lnTo>
                    <a:pt x="275043" y="58816"/>
                  </a:lnTo>
                  <a:lnTo>
                    <a:pt x="275463" y="60058"/>
                  </a:lnTo>
                  <a:lnTo>
                    <a:pt x="287776" y="60058"/>
                  </a:lnTo>
                  <a:lnTo>
                    <a:pt x="287528" y="59321"/>
                  </a:lnTo>
                  <a:lnTo>
                    <a:pt x="287873" y="59321"/>
                  </a:lnTo>
                  <a:lnTo>
                    <a:pt x="287766" y="58625"/>
                  </a:lnTo>
                  <a:lnTo>
                    <a:pt x="287697" y="58178"/>
                  </a:lnTo>
                  <a:close/>
                </a:path>
                <a:path extrusionOk="0" h="148589" w="562610">
                  <a:moveTo>
                    <a:pt x="287873" y="59321"/>
                  </a:moveTo>
                  <a:lnTo>
                    <a:pt x="287528" y="59321"/>
                  </a:lnTo>
                  <a:lnTo>
                    <a:pt x="287905" y="60058"/>
                  </a:lnTo>
                  <a:lnTo>
                    <a:pt x="287873" y="59321"/>
                  </a:lnTo>
                  <a:close/>
                </a:path>
                <a:path extrusionOk="0" h="148589" w="562610">
                  <a:moveTo>
                    <a:pt x="287363" y="56057"/>
                  </a:moveTo>
                  <a:lnTo>
                    <a:pt x="272923" y="56057"/>
                  </a:lnTo>
                  <a:lnTo>
                    <a:pt x="273096" y="56248"/>
                  </a:lnTo>
                  <a:lnTo>
                    <a:pt x="273597" y="56895"/>
                  </a:lnTo>
                  <a:lnTo>
                    <a:pt x="274193" y="57581"/>
                  </a:lnTo>
                  <a:lnTo>
                    <a:pt x="274268" y="57728"/>
                  </a:lnTo>
                  <a:lnTo>
                    <a:pt x="274589" y="58178"/>
                  </a:lnTo>
                  <a:lnTo>
                    <a:pt x="274821" y="58625"/>
                  </a:lnTo>
                  <a:lnTo>
                    <a:pt x="274936" y="58816"/>
                  </a:lnTo>
                  <a:lnTo>
                    <a:pt x="274978" y="58625"/>
                  </a:lnTo>
                  <a:lnTo>
                    <a:pt x="274828" y="58178"/>
                  </a:lnTo>
                  <a:lnTo>
                    <a:pt x="287697" y="58178"/>
                  </a:lnTo>
                  <a:lnTo>
                    <a:pt x="287606" y="57581"/>
                  </a:lnTo>
                  <a:lnTo>
                    <a:pt x="287500" y="56895"/>
                  </a:lnTo>
                  <a:lnTo>
                    <a:pt x="287400" y="56248"/>
                  </a:lnTo>
                  <a:lnTo>
                    <a:pt x="287363" y="56057"/>
                  </a:lnTo>
                  <a:close/>
                </a:path>
                <a:path extrusionOk="0" h="148589" w="562610">
                  <a:moveTo>
                    <a:pt x="254" y="0"/>
                  </a:moveTo>
                  <a:lnTo>
                    <a:pt x="229" y="1244"/>
                  </a:lnTo>
                  <a:lnTo>
                    <a:pt x="114" y="6984"/>
                  </a:lnTo>
                  <a:lnTo>
                    <a:pt x="0" y="12699"/>
                  </a:lnTo>
                  <a:lnTo>
                    <a:pt x="26416" y="12979"/>
                  </a:lnTo>
                  <a:lnTo>
                    <a:pt x="77978" y="15354"/>
                  </a:lnTo>
                  <a:lnTo>
                    <a:pt x="127127" y="19621"/>
                  </a:lnTo>
                  <a:lnTo>
                    <a:pt x="172085" y="25679"/>
                  </a:lnTo>
                  <a:lnTo>
                    <a:pt x="211200" y="33146"/>
                  </a:lnTo>
                  <a:lnTo>
                    <a:pt x="249174" y="43789"/>
                  </a:lnTo>
                  <a:lnTo>
                    <a:pt x="273685" y="56895"/>
                  </a:lnTo>
                  <a:lnTo>
                    <a:pt x="272923" y="56057"/>
                  </a:lnTo>
                  <a:lnTo>
                    <a:pt x="287363" y="56057"/>
                  </a:lnTo>
                  <a:lnTo>
                    <a:pt x="287274" y="55600"/>
                  </a:lnTo>
                  <a:lnTo>
                    <a:pt x="287149" y="54978"/>
                  </a:lnTo>
                  <a:lnTo>
                    <a:pt x="286766" y="54368"/>
                  </a:lnTo>
                  <a:lnTo>
                    <a:pt x="285496" y="51892"/>
                  </a:lnTo>
                  <a:lnTo>
                    <a:pt x="285369" y="51523"/>
                  </a:lnTo>
                  <a:lnTo>
                    <a:pt x="285115" y="51168"/>
                  </a:lnTo>
                  <a:lnTo>
                    <a:pt x="282829" y="48272"/>
                  </a:lnTo>
                  <a:lnTo>
                    <a:pt x="282702" y="47967"/>
                  </a:lnTo>
                  <a:lnTo>
                    <a:pt x="282448" y="47688"/>
                  </a:lnTo>
                  <a:lnTo>
                    <a:pt x="282067" y="47434"/>
                  </a:lnTo>
                  <a:lnTo>
                    <a:pt x="278892" y="44589"/>
                  </a:lnTo>
                  <a:lnTo>
                    <a:pt x="231140" y="24942"/>
                  </a:lnTo>
                  <a:lnTo>
                    <a:pt x="173990" y="13119"/>
                  </a:lnTo>
                  <a:lnTo>
                    <a:pt x="128397" y="6984"/>
                  </a:lnTo>
                  <a:lnTo>
                    <a:pt x="78740" y="2679"/>
                  </a:lnTo>
                  <a:lnTo>
                    <a:pt x="26543" y="279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44113" y="3354324"/>
              <a:ext cx="1283462" cy="14388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5"/>
            <p:cNvSpPr/>
            <p:nvPr/>
          </p:nvSpPr>
          <p:spPr>
            <a:xfrm>
              <a:off x="5775833" y="3877678"/>
              <a:ext cx="900430" cy="261620"/>
            </a:xfrm>
            <a:custGeom>
              <a:rect b="b" l="l" r="r" t="t"/>
              <a:pathLst>
                <a:path extrusionOk="0" h="261620" w="900429">
                  <a:moveTo>
                    <a:pt x="454133" y="156476"/>
                  </a:moveTo>
                  <a:lnTo>
                    <a:pt x="439800" y="156476"/>
                  </a:lnTo>
                  <a:lnTo>
                    <a:pt x="439369" y="157020"/>
                  </a:lnTo>
                  <a:lnTo>
                    <a:pt x="439104" y="157276"/>
                  </a:lnTo>
                  <a:lnTo>
                    <a:pt x="399288" y="184442"/>
                  </a:lnTo>
                  <a:lnTo>
                    <a:pt x="352043" y="202272"/>
                  </a:lnTo>
                  <a:lnTo>
                    <a:pt x="307782" y="214439"/>
                  </a:lnTo>
                  <a:lnTo>
                    <a:pt x="258190" y="225069"/>
                  </a:lnTo>
                  <a:lnTo>
                    <a:pt x="203054" y="234111"/>
                  </a:lnTo>
                  <a:lnTo>
                    <a:pt x="164718" y="238988"/>
                  </a:lnTo>
                  <a:lnTo>
                    <a:pt x="124840" y="242976"/>
                  </a:lnTo>
                  <a:lnTo>
                    <a:pt x="83819" y="245922"/>
                  </a:lnTo>
                  <a:lnTo>
                    <a:pt x="42163" y="247726"/>
                  </a:lnTo>
                  <a:lnTo>
                    <a:pt x="0" y="248399"/>
                  </a:lnTo>
                  <a:lnTo>
                    <a:pt x="64" y="251637"/>
                  </a:lnTo>
                  <a:lnTo>
                    <a:pt x="145" y="255650"/>
                  </a:lnTo>
                  <a:lnTo>
                    <a:pt x="253" y="261086"/>
                  </a:lnTo>
                  <a:lnTo>
                    <a:pt x="42290" y="260426"/>
                  </a:lnTo>
                  <a:lnTo>
                    <a:pt x="84454" y="258610"/>
                  </a:lnTo>
                  <a:lnTo>
                    <a:pt x="125729" y="255650"/>
                  </a:lnTo>
                  <a:lnTo>
                    <a:pt x="165988" y="251637"/>
                  </a:lnTo>
                  <a:lnTo>
                    <a:pt x="205104" y="246659"/>
                  </a:lnTo>
                  <a:lnTo>
                    <a:pt x="260476" y="237553"/>
                  </a:lnTo>
                  <a:lnTo>
                    <a:pt x="311022" y="226733"/>
                  </a:lnTo>
                  <a:lnTo>
                    <a:pt x="355726" y="214439"/>
                  </a:lnTo>
                  <a:lnTo>
                    <a:pt x="393572" y="200837"/>
                  </a:lnTo>
                  <a:lnTo>
                    <a:pt x="431418" y="181152"/>
                  </a:lnTo>
                  <a:lnTo>
                    <a:pt x="449325" y="164795"/>
                  </a:lnTo>
                  <a:lnTo>
                    <a:pt x="449833" y="164274"/>
                  </a:lnTo>
                  <a:lnTo>
                    <a:pt x="449961" y="163995"/>
                  </a:lnTo>
                  <a:lnTo>
                    <a:pt x="453136" y="158940"/>
                  </a:lnTo>
                  <a:lnTo>
                    <a:pt x="453263" y="158584"/>
                  </a:lnTo>
                  <a:lnTo>
                    <a:pt x="453516" y="158191"/>
                  </a:lnTo>
                  <a:lnTo>
                    <a:pt x="454133" y="156476"/>
                  </a:lnTo>
                  <a:close/>
                </a:path>
                <a:path extrusionOk="0" h="261620" w="900429">
                  <a:moveTo>
                    <a:pt x="455665" y="152234"/>
                  </a:moveTo>
                  <a:lnTo>
                    <a:pt x="442340" y="152234"/>
                  </a:lnTo>
                  <a:lnTo>
                    <a:pt x="441887" y="153051"/>
                  </a:lnTo>
                  <a:lnTo>
                    <a:pt x="441621" y="153377"/>
                  </a:lnTo>
                  <a:lnTo>
                    <a:pt x="439327" y="157020"/>
                  </a:lnTo>
                  <a:lnTo>
                    <a:pt x="439800" y="156476"/>
                  </a:lnTo>
                  <a:lnTo>
                    <a:pt x="454133" y="156476"/>
                  </a:lnTo>
                  <a:lnTo>
                    <a:pt x="455549" y="152653"/>
                  </a:lnTo>
                  <a:lnTo>
                    <a:pt x="455665" y="152234"/>
                  </a:lnTo>
                  <a:close/>
                </a:path>
                <a:path extrusionOk="0" h="261620" w="900429">
                  <a:moveTo>
                    <a:pt x="443488" y="148564"/>
                  </a:moveTo>
                  <a:lnTo>
                    <a:pt x="441974" y="152653"/>
                  </a:lnTo>
                  <a:lnTo>
                    <a:pt x="442340" y="152234"/>
                  </a:lnTo>
                  <a:lnTo>
                    <a:pt x="455665" y="152234"/>
                  </a:lnTo>
                  <a:lnTo>
                    <a:pt x="455802" y="151739"/>
                  </a:lnTo>
                  <a:lnTo>
                    <a:pt x="455929" y="151256"/>
                  </a:lnTo>
                  <a:lnTo>
                    <a:pt x="456130" y="149631"/>
                  </a:lnTo>
                  <a:lnTo>
                    <a:pt x="443356" y="149631"/>
                  </a:lnTo>
                  <a:lnTo>
                    <a:pt x="443488" y="148564"/>
                  </a:lnTo>
                  <a:close/>
                </a:path>
                <a:path extrusionOk="0" h="261620" w="900429">
                  <a:moveTo>
                    <a:pt x="824115" y="31818"/>
                  </a:moveTo>
                  <a:lnTo>
                    <a:pt x="774699" y="35064"/>
                  </a:lnTo>
                  <a:lnTo>
                    <a:pt x="734313" y="39090"/>
                  </a:lnTo>
                  <a:lnTo>
                    <a:pt x="695162" y="44081"/>
                  </a:lnTo>
                  <a:lnTo>
                    <a:pt x="639952" y="53162"/>
                  </a:lnTo>
                  <a:lnTo>
                    <a:pt x="589406" y="63995"/>
                  </a:lnTo>
                  <a:lnTo>
                    <a:pt x="544702" y="76301"/>
                  </a:lnTo>
                  <a:lnTo>
                    <a:pt x="506729" y="89852"/>
                  </a:lnTo>
                  <a:lnTo>
                    <a:pt x="468756" y="109816"/>
                  </a:lnTo>
                  <a:lnTo>
                    <a:pt x="451230" y="125806"/>
                  </a:lnTo>
                  <a:lnTo>
                    <a:pt x="450722" y="126352"/>
                  </a:lnTo>
                  <a:lnTo>
                    <a:pt x="450595" y="126657"/>
                  </a:lnTo>
                  <a:lnTo>
                    <a:pt x="447420" y="131800"/>
                  </a:lnTo>
                  <a:lnTo>
                    <a:pt x="447166" y="132143"/>
                  </a:lnTo>
                  <a:lnTo>
                    <a:pt x="445007" y="137921"/>
                  </a:lnTo>
                  <a:lnTo>
                    <a:pt x="443611" y="148234"/>
                  </a:lnTo>
                  <a:lnTo>
                    <a:pt x="443356" y="149631"/>
                  </a:lnTo>
                  <a:lnTo>
                    <a:pt x="456130" y="149631"/>
                  </a:lnTo>
                  <a:lnTo>
                    <a:pt x="457022" y="142405"/>
                  </a:lnTo>
                  <a:lnTo>
                    <a:pt x="456999" y="142101"/>
                  </a:lnTo>
                  <a:lnTo>
                    <a:pt x="457200" y="140969"/>
                  </a:lnTo>
                  <a:lnTo>
                    <a:pt x="457486" y="140969"/>
                  </a:lnTo>
                  <a:lnTo>
                    <a:pt x="458448" y="138417"/>
                  </a:lnTo>
                  <a:lnTo>
                    <a:pt x="458215" y="138417"/>
                  </a:lnTo>
                  <a:lnTo>
                    <a:pt x="458792" y="137448"/>
                  </a:lnTo>
                  <a:lnTo>
                    <a:pt x="460865" y="134124"/>
                  </a:lnTo>
                  <a:lnTo>
                    <a:pt x="461065" y="133709"/>
                  </a:lnTo>
                  <a:lnTo>
                    <a:pt x="461390" y="133273"/>
                  </a:lnTo>
                  <a:lnTo>
                    <a:pt x="462502" y="132143"/>
                  </a:lnTo>
                  <a:lnTo>
                    <a:pt x="465200" y="129082"/>
                  </a:lnTo>
                  <a:lnTo>
                    <a:pt x="470153" y="124561"/>
                  </a:lnTo>
                  <a:lnTo>
                    <a:pt x="511937" y="101498"/>
                  </a:lnTo>
                  <a:lnTo>
                    <a:pt x="548639" y="88379"/>
                  </a:lnTo>
                  <a:lnTo>
                    <a:pt x="592454" y="76301"/>
                  </a:lnTo>
                  <a:lnTo>
                    <a:pt x="642365" y="65620"/>
                  </a:lnTo>
                  <a:lnTo>
                    <a:pt x="697229" y="56616"/>
                  </a:lnTo>
                  <a:lnTo>
                    <a:pt x="735964" y="51676"/>
                  </a:lnTo>
                  <a:lnTo>
                    <a:pt x="775842" y="47701"/>
                  </a:lnTo>
                  <a:lnTo>
                    <a:pt x="816863" y="44767"/>
                  </a:lnTo>
                  <a:lnTo>
                    <a:pt x="824475" y="44510"/>
                  </a:lnTo>
                  <a:lnTo>
                    <a:pt x="824321" y="39090"/>
                  </a:lnTo>
                  <a:lnTo>
                    <a:pt x="824207" y="35064"/>
                  </a:lnTo>
                  <a:lnTo>
                    <a:pt x="824115" y="31818"/>
                  </a:lnTo>
                  <a:close/>
                </a:path>
                <a:path extrusionOk="0" h="261620" w="900429">
                  <a:moveTo>
                    <a:pt x="457486" y="140969"/>
                  </a:moveTo>
                  <a:lnTo>
                    <a:pt x="457200" y="140969"/>
                  </a:lnTo>
                  <a:lnTo>
                    <a:pt x="457060" y="142101"/>
                  </a:lnTo>
                  <a:lnTo>
                    <a:pt x="457486" y="140969"/>
                  </a:lnTo>
                  <a:close/>
                </a:path>
                <a:path extrusionOk="0" h="261620" w="900429">
                  <a:moveTo>
                    <a:pt x="458635" y="137921"/>
                  </a:moveTo>
                  <a:lnTo>
                    <a:pt x="458215" y="138417"/>
                  </a:lnTo>
                  <a:lnTo>
                    <a:pt x="458448" y="138417"/>
                  </a:lnTo>
                  <a:lnTo>
                    <a:pt x="458635" y="137921"/>
                  </a:lnTo>
                  <a:close/>
                </a:path>
                <a:path extrusionOk="0" h="261620" w="900429">
                  <a:moveTo>
                    <a:pt x="890638" y="31394"/>
                  </a:moveTo>
                  <a:lnTo>
                    <a:pt x="836675" y="31394"/>
                  </a:lnTo>
                  <a:lnTo>
                    <a:pt x="837184" y="44081"/>
                  </a:lnTo>
                  <a:lnTo>
                    <a:pt x="824475" y="44510"/>
                  </a:lnTo>
                  <a:lnTo>
                    <a:pt x="824565" y="47701"/>
                  </a:lnTo>
                  <a:lnTo>
                    <a:pt x="824628" y="49898"/>
                  </a:lnTo>
                  <a:lnTo>
                    <a:pt x="824720" y="53162"/>
                  </a:lnTo>
                  <a:lnTo>
                    <a:pt x="824818" y="56616"/>
                  </a:lnTo>
                  <a:lnTo>
                    <a:pt x="824919" y="60159"/>
                  </a:lnTo>
                  <a:lnTo>
                    <a:pt x="825027" y="63995"/>
                  </a:lnTo>
                  <a:lnTo>
                    <a:pt x="825139" y="67932"/>
                  </a:lnTo>
                  <a:lnTo>
                    <a:pt x="825256" y="72072"/>
                  </a:lnTo>
                  <a:lnTo>
                    <a:pt x="825372" y="76174"/>
                  </a:lnTo>
                  <a:lnTo>
                    <a:pt x="900430" y="35953"/>
                  </a:lnTo>
                  <a:lnTo>
                    <a:pt x="890638" y="31394"/>
                  </a:lnTo>
                  <a:close/>
                </a:path>
                <a:path extrusionOk="0" h="261620" w="900429">
                  <a:moveTo>
                    <a:pt x="836675" y="31394"/>
                  </a:moveTo>
                  <a:lnTo>
                    <a:pt x="824115" y="31818"/>
                  </a:lnTo>
                  <a:lnTo>
                    <a:pt x="824463" y="44081"/>
                  </a:lnTo>
                  <a:lnTo>
                    <a:pt x="824475" y="44510"/>
                  </a:lnTo>
                  <a:lnTo>
                    <a:pt x="837184" y="44081"/>
                  </a:lnTo>
                  <a:lnTo>
                    <a:pt x="836984" y="39090"/>
                  </a:lnTo>
                  <a:lnTo>
                    <a:pt x="836858" y="35953"/>
                  </a:lnTo>
                  <a:lnTo>
                    <a:pt x="836822" y="35064"/>
                  </a:lnTo>
                  <a:lnTo>
                    <a:pt x="836703" y="32092"/>
                  </a:lnTo>
                  <a:lnTo>
                    <a:pt x="836675" y="31394"/>
                  </a:lnTo>
                  <a:close/>
                </a:path>
                <a:path extrusionOk="0" h="261620" w="900429">
                  <a:moveTo>
                    <a:pt x="823213" y="0"/>
                  </a:moveTo>
                  <a:lnTo>
                    <a:pt x="824103" y="31394"/>
                  </a:lnTo>
                  <a:lnTo>
                    <a:pt x="824115" y="31818"/>
                  </a:lnTo>
                  <a:lnTo>
                    <a:pt x="836675" y="31394"/>
                  </a:lnTo>
                  <a:lnTo>
                    <a:pt x="890638" y="31394"/>
                  </a:lnTo>
                  <a:lnTo>
                    <a:pt x="823213" y="0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5"/>
          <p:cNvSpPr txBox="1"/>
          <p:nvPr/>
        </p:nvSpPr>
        <p:spPr>
          <a:xfrm>
            <a:off x="809650" y="2608833"/>
            <a:ext cx="426084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805939" y="1831848"/>
            <a:ext cx="1137285" cy="259079"/>
          </a:xfrm>
          <a:custGeom>
            <a:rect b="b" l="l" r="r" t="t"/>
            <a:pathLst>
              <a:path extrusionOk="0" h="259080" w="1137285">
                <a:moveTo>
                  <a:pt x="1093724" y="0"/>
                </a:moveTo>
                <a:lnTo>
                  <a:pt x="43180" y="0"/>
                </a:lnTo>
                <a:lnTo>
                  <a:pt x="26360" y="3389"/>
                </a:lnTo>
                <a:lnTo>
                  <a:pt x="12636" y="12636"/>
                </a:lnTo>
                <a:lnTo>
                  <a:pt x="3389" y="26360"/>
                </a:lnTo>
                <a:lnTo>
                  <a:pt x="0" y="43179"/>
                </a:lnTo>
                <a:lnTo>
                  <a:pt x="0" y="215900"/>
                </a:lnTo>
                <a:lnTo>
                  <a:pt x="3389" y="232719"/>
                </a:lnTo>
                <a:lnTo>
                  <a:pt x="12636" y="246443"/>
                </a:lnTo>
                <a:lnTo>
                  <a:pt x="26360" y="255690"/>
                </a:lnTo>
                <a:lnTo>
                  <a:pt x="43180" y="259079"/>
                </a:lnTo>
                <a:lnTo>
                  <a:pt x="1093724" y="259079"/>
                </a:lnTo>
                <a:lnTo>
                  <a:pt x="1110543" y="255690"/>
                </a:lnTo>
                <a:lnTo>
                  <a:pt x="1124267" y="246443"/>
                </a:lnTo>
                <a:lnTo>
                  <a:pt x="1133514" y="232719"/>
                </a:lnTo>
                <a:lnTo>
                  <a:pt x="1136904" y="215900"/>
                </a:lnTo>
                <a:lnTo>
                  <a:pt x="1136904" y="43179"/>
                </a:lnTo>
                <a:lnTo>
                  <a:pt x="1133514" y="26360"/>
                </a:lnTo>
                <a:lnTo>
                  <a:pt x="1124267" y="12636"/>
                </a:lnTo>
                <a:lnTo>
                  <a:pt x="1110543" y="3389"/>
                </a:lnTo>
                <a:lnTo>
                  <a:pt x="1093724" y="0"/>
                </a:lnTo>
                <a:close/>
              </a:path>
            </a:pathLst>
          </a:custGeom>
          <a:solidFill>
            <a:srgbClr val="97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917573" y="1822450"/>
            <a:ext cx="91503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297679" y="1743455"/>
            <a:ext cx="920750" cy="434340"/>
          </a:xfrm>
          <a:custGeom>
            <a:rect b="b" l="l" r="r" t="t"/>
            <a:pathLst>
              <a:path extrusionOk="0" h="434339" w="920750">
                <a:moveTo>
                  <a:pt x="848106" y="0"/>
                </a:moveTo>
                <a:lnTo>
                  <a:pt x="72390" y="0"/>
                </a:lnTo>
                <a:lnTo>
                  <a:pt x="44201" y="5685"/>
                </a:lnTo>
                <a:lnTo>
                  <a:pt x="21193" y="21193"/>
                </a:lnTo>
                <a:lnTo>
                  <a:pt x="5685" y="44201"/>
                </a:lnTo>
                <a:lnTo>
                  <a:pt x="0" y="72390"/>
                </a:lnTo>
                <a:lnTo>
                  <a:pt x="0" y="361950"/>
                </a:lnTo>
                <a:lnTo>
                  <a:pt x="5685" y="390138"/>
                </a:lnTo>
                <a:lnTo>
                  <a:pt x="21193" y="413146"/>
                </a:lnTo>
                <a:lnTo>
                  <a:pt x="44201" y="428654"/>
                </a:lnTo>
                <a:lnTo>
                  <a:pt x="72390" y="434340"/>
                </a:lnTo>
                <a:lnTo>
                  <a:pt x="848106" y="434340"/>
                </a:lnTo>
                <a:lnTo>
                  <a:pt x="876294" y="428654"/>
                </a:lnTo>
                <a:lnTo>
                  <a:pt x="899302" y="413146"/>
                </a:lnTo>
                <a:lnTo>
                  <a:pt x="914810" y="390138"/>
                </a:lnTo>
                <a:lnTo>
                  <a:pt x="920496" y="361950"/>
                </a:lnTo>
                <a:lnTo>
                  <a:pt x="920496" y="72390"/>
                </a:lnTo>
                <a:lnTo>
                  <a:pt x="914810" y="44201"/>
                </a:lnTo>
                <a:lnTo>
                  <a:pt x="899302" y="21193"/>
                </a:lnTo>
                <a:lnTo>
                  <a:pt x="876294" y="5685"/>
                </a:lnTo>
                <a:lnTo>
                  <a:pt x="848106" y="0"/>
                </a:lnTo>
                <a:close/>
              </a:path>
            </a:pathLst>
          </a:custGeom>
          <a:solidFill>
            <a:srgbClr val="0096A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4477892" y="1715770"/>
            <a:ext cx="55943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525" lvl="0" marL="215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World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613660" y="1115567"/>
            <a:ext cx="1138555" cy="434340"/>
          </a:xfrm>
          <a:custGeom>
            <a:rect b="b" l="l" r="r" t="t"/>
            <a:pathLst>
              <a:path extrusionOk="0" h="434340" w="1138554">
                <a:moveTo>
                  <a:pt x="569213" y="0"/>
                </a:moveTo>
                <a:lnTo>
                  <a:pt x="502839" y="1461"/>
                </a:lnTo>
                <a:lnTo>
                  <a:pt x="438712" y="5738"/>
                </a:lnTo>
                <a:lnTo>
                  <a:pt x="377258" y="12666"/>
                </a:lnTo>
                <a:lnTo>
                  <a:pt x="318906" y="22082"/>
                </a:lnTo>
                <a:lnTo>
                  <a:pt x="264084" y="33823"/>
                </a:lnTo>
                <a:lnTo>
                  <a:pt x="213217" y="47726"/>
                </a:lnTo>
                <a:lnTo>
                  <a:pt x="166735" y="63627"/>
                </a:lnTo>
                <a:lnTo>
                  <a:pt x="125063" y="81362"/>
                </a:lnTo>
                <a:lnTo>
                  <a:pt x="88630" y="100770"/>
                </a:lnTo>
                <a:lnTo>
                  <a:pt x="33189" y="143948"/>
                </a:lnTo>
                <a:lnTo>
                  <a:pt x="3830" y="191852"/>
                </a:lnTo>
                <a:lnTo>
                  <a:pt x="0" y="217170"/>
                </a:lnTo>
                <a:lnTo>
                  <a:pt x="3830" y="242487"/>
                </a:lnTo>
                <a:lnTo>
                  <a:pt x="33189" y="290391"/>
                </a:lnTo>
                <a:lnTo>
                  <a:pt x="88630" y="333569"/>
                </a:lnTo>
                <a:lnTo>
                  <a:pt x="125063" y="352977"/>
                </a:lnTo>
                <a:lnTo>
                  <a:pt x="166735" y="370713"/>
                </a:lnTo>
                <a:lnTo>
                  <a:pt x="213217" y="386613"/>
                </a:lnTo>
                <a:lnTo>
                  <a:pt x="264084" y="400516"/>
                </a:lnTo>
                <a:lnTo>
                  <a:pt x="318906" y="412257"/>
                </a:lnTo>
                <a:lnTo>
                  <a:pt x="377258" y="421673"/>
                </a:lnTo>
                <a:lnTo>
                  <a:pt x="438712" y="428601"/>
                </a:lnTo>
                <a:lnTo>
                  <a:pt x="502839" y="432878"/>
                </a:lnTo>
                <a:lnTo>
                  <a:pt x="569213" y="434340"/>
                </a:lnTo>
                <a:lnTo>
                  <a:pt x="635588" y="432878"/>
                </a:lnTo>
                <a:lnTo>
                  <a:pt x="699715" y="428601"/>
                </a:lnTo>
                <a:lnTo>
                  <a:pt x="761169" y="421673"/>
                </a:lnTo>
                <a:lnTo>
                  <a:pt x="819521" y="412257"/>
                </a:lnTo>
                <a:lnTo>
                  <a:pt x="874343" y="400516"/>
                </a:lnTo>
                <a:lnTo>
                  <a:pt x="925210" y="386613"/>
                </a:lnTo>
                <a:lnTo>
                  <a:pt x="971692" y="370713"/>
                </a:lnTo>
                <a:lnTo>
                  <a:pt x="1013364" y="352977"/>
                </a:lnTo>
                <a:lnTo>
                  <a:pt x="1049797" y="333569"/>
                </a:lnTo>
                <a:lnTo>
                  <a:pt x="1105238" y="290391"/>
                </a:lnTo>
                <a:lnTo>
                  <a:pt x="1134597" y="242487"/>
                </a:lnTo>
                <a:lnTo>
                  <a:pt x="1138427" y="217170"/>
                </a:lnTo>
                <a:lnTo>
                  <a:pt x="1134597" y="191852"/>
                </a:lnTo>
                <a:lnTo>
                  <a:pt x="1105238" y="143948"/>
                </a:lnTo>
                <a:lnTo>
                  <a:pt x="1049797" y="100770"/>
                </a:lnTo>
                <a:lnTo>
                  <a:pt x="1013364" y="81362"/>
                </a:lnTo>
                <a:lnTo>
                  <a:pt x="971692" y="63626"/>
                </a:lnTo>
                <a:lnTo>
                  <a:pt x="925210" y="47726"/>
                </a:lnTo>
                <a:lnTo>
                  <a:pt x="874343" y="33823"/>
                </a:lnTo>
                <a:lnTo>
                  <a:pt x="819521" y="22082"/>
                </a:lnTo>
                <a:lnTo>
                  <a:pt x="761169" y="12666"/>
                </a:lnTo>
                <a:lnTo>
                  <a:pt x="699715" y="5738"/>
                </a:lnTo>
                <a:lnTo>
                  <a:pt x="635588" y="1461"/>
                </a:lnTo>
                <a:lnTo>
                  <a:pt x="569213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2881376" y="1211707"/>
            <a:ext cx="6026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056888" y="2548127"/>
            <a:ext cx="1402080" cy="436245"/>
          </a:xfrm>
          <a:custGeom>
            <a:rect b="b" l="l" r="r" t="t"/>
            <a:pathLst>
              <a:path extrusionOk="0" h="436244" w="1402079">
                <a:moveTo>
                  <a:pt x="701039" y="0"/>
                </a:moveTo>
                <a:lnTo>
                  <a:pt x="629354" y="1124"/>
                </a:lnTo>
                <a:lnTo>
                  <a:pt x="559741" y="4426"/>
                </a:lnTo>
                <a:lnTo>
                  <a:pt x="492553" y="9794"/>
                </a:lnTo>
                <a:lnTo>
                  <a:pt x="428142" y="17121"/>
                </a:lnTo>
                <a:lnTo>
                  <a:pt x="366860" y="26296"/>
                </a:lnTo>
                <a:lnTo>
                  <a:pt x="309060" y="37210"/>
                </a:lnTo>
                <a:lnTo>
                  <a:pt x="255092" y="49753"/>
                </a:lnTo>
                <a:lnTo>
                  <a:pt x="205311" y="63817"/>
                </a:lnTo>
                <a:lnTo>
                  <a:pt x="160067" y="79292"/>
                </a:lnTo>
                <a:lnTo>
                  <a:pt x="119713" y="96068"/>
                </a:lnTo>
                <a:lnTo>
                  <a:pt x="84601" y="114036"/>
                </a:lnTo>
                <a:lnTo>
                  <a:pt x="31513" y="153112"/>
                </a:lnTo>
                <a:lnTo>
                  <a:pt x="3618" y="195643"/>
                </a:lnTo>
                <a:lnTo>
                  <a:pt x="0" y="217932"/>
                </a:lnTo>
                <a:lnTo>
                  <a:pt x="3618" y="240220"/>
                </a:lnTo>
                <a:lnTo>
                  <a:pt x="31513" y="282751"/>
                </a:lnTo>
                <a:lnTo>
                  <a:pt x="84601" y="321827"/>
                </a:lnTo>
                <a:lnTo>
                  <a:pt x="119713" y="339795"/>
                </a:lnTo>
                <a:lnTo>
                  <a:pt x="160067" y="356571"/>
                </a:lnTo>
                <a:lnTo>
                  <a:pt x="205311" y="372046"/>
                </a:lnTo>
                <a:lnTo>
                  <a:pt x="255092" y="386110"/>
                </a:lnTo>
                <a:lnTo>
                  <a:pt x="309060" y="398653"/>
                </a:lnTo>
                <a:lnTo>
                  <a:pt x="366860" y="409567"/>
                </a:lnTo>
                <a:lnTo>
                  <a:pt x="428142" y="418742"/>
                </a:lnTo>
                <a:lnTo>
                  <a:pt x="492553" y="426069"/>
                </a:lnTo>
                <a:lnTo>
                  <a:pt x="559741" y="431437"/>
                </a:lnTo>
                <a:lnTo>
                  <a:pt x="629354" y="434739"/>
                </a:lnTo>
                <a:lnTo>
                  <a:pt x="701039" y="435864"/>
                </a:lnTo>
                <a:lnTo>
                  <a:pt x="772725" y="434739"/>
                </a:lnTo>
                <a:lnTo>
                  <a:pt x="842338" y="431437"/>
                </a:lnTo>
                <a:lnTo>
                  <a:pt x="909526" y="426069"/>
                </a:lnTo>
                <a:lnTo>
                  <a:pt x="973937" y="418742"/>
                </a:lnTo>
                <a:lnTo>
                  <a:pt x="1035219" y="409567"/>
                </a:lnTo>
                <a:lnTo>
                  <a:pt x="1093019" y="398653"/>
                </a:lnTo>
                <a:lnTo>
                  <a:pt x="1146987" y="386110"/>
                </a:lnTo>
                <a:lnTo>
                  <a:pt x="1196768" y="372046"/>
                </a:lnTo>
                <a:lnTo>
                  <a:pt x="1242012" y="356571"/>
                </a:lnTo>
                <a:lnTo>
                  <a:pt x="1282366" y="339795"/>
                </a:lnTo>
                <a:lnTo>
                  <a:pt x="1317478" y="321827"/>
                </a:lnTo>
                <a:lnTo>
                  <a:pt x="1370566" y="282751"/>
                </a:lnTo>
                <a:lnTo>
                  <a:pt x="1398461" y="240220"/>
                </a:lnTo>
                <a:lnTo>
                  <a:pt x="1402079" y="217932"/>
                </a:lnTo>
                <a:lnTo>
                  <a:pt x="1398461" y="195643"/>
                </a:lnTo>
                <a:lnTo>
                  <a:pt x="1370566" y="153112"/>
                </a:lnTo>
                <a:lnTo>
                  <a:pt x="1317478" y="114036"/>
                </a:lnTo>
                <a:lnTo>
                  <a:pt x="1282366" y="96068"/>
                </a:lnTo>
                <a:lnTo>
                  <a:pt x="1242012" y="79292"/>
                </a:lnTo>
                <a:lnTo>
                  <a:pt x="1196768" y="63817"/>
                </a:lnTo>
                <a:lnTo>
                  <a:pt x="1146987" y="49753"/>
                </a:lnTo>
                <a:lnTo>
                  <a:pt x="1093019" y="37210"/>
                </a:lnTo>
                <a:lnTo>
                  <a:pt x="1035219" y="26296"/>
                </a:lnTo>
                <a:lnTo>
                  <a:pt x="973937" y="17121"/>
                </a:lnTo>
                <a:lnTo>
                  <a:pt x="909526" y="9794"/>
                </a:lnTo>
                <a:lnTo>
                  <a:pt x="842338" y="4426"/>
                </a:lnTo>
                <a:lnTo>
                  <a:pt x="772725" y="1124"/>
                </a:lnTo>
                <a:lnTo>
                  <a:pt x="701039" y="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4402328" y="2554604"/>
            <a:ext cx="7105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123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Sequence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324855" y="1143000"/>
            <a:ext cx="711835" cy="355600"/>
          </a:xfrm>
          <a:custGeom>
            <a:rect b="b" l="l" r="r" t="t"/>
            <a:pathLst>
              <a:path extrusionOk="0" h="355600" w="711835">
                <a:moveTo>
                  <a:pt x="711708" y="0"/>
                </a:moveTo>
                <a:lnTo>
                  <a:pt x="0" y="0"/>
                </a:lnTo>
                <a:lnTo>
                  <a:pt x="0" y="355091"/>
                </a:lnTo>
                <a:lnTo>
                  <a:pt x="711708" y="355091"/>
                </a:lnTo>
                <a:lnTo>
                  <a:pt x="71170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324855" y="1143000"/>
            <a:ext cx="711835" cy="1746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10731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324855" y="1317485"/>
            <a:ext cx="711835" cy="1809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045" marR="0" rtl="0" algn="l">
              <a:lnSpc>
                <a:spcPct val="112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926580" y="1674876"/>
            <a:ext cx="1054735" cy="57340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191770" lvl="0" marL="139065" marR="1295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 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016254" y="1325625"/>
            <a:ext cx="5910580" cy="1224280"/>
          </a:xfrm>
          <a:custGeom>
            <a:rect b="b" l="l" r="r" t="t"/>
            <a:pathLst>
              <a:path extrusionOk="0" h="1224280" w="5910580">
                <a:moveTo>
                  <a:pt x="789813" y="635254"/>
                </a:moveTo>
                <a:lnTo>
                  <a:pt x="780643" y="631063"/>
                </a:lnTo>
                <a:lnTo>
                  <a:pt x="712343" y="599821"/>
                </a:lnTo>
                <a:lnTo>
                  <a:pt x="713384" y="631063"/>
                </a:lnTo>
                <a:lnTo>
                  <a:pt x="713409" y="631926"/>
                </a:lnTo>
                <a:lnTo>
                  <a:pt x="679323" y="634238"/>
                </a:lnTo>
                <a:lnTo>
                  <a:pt x="642861" y="638175"/>
                </a:lnTo>
                <a:lnTo>
                  <a:pt x="570865" y="648970"/>
                </a:lnTo>
                <a:lnTo>
                  <a:pt x="500634" y="663575"/>
                </a:lnTo>
                <a:lnTo>
                  <a:pt x="432689" y="681863"/>
                </a:lnTo>
                <a:lnTo>
                  <a:pt x="367538" y="703199"/>
                </a:lnTo>
                <a:lnTo>
                  <a:pt x="305943" y="727456"/>
                </a:lnTo>
                <a:lnTo>
                  <a:pt x="248259" y="754507"/>
                </a:lnTo>
                <a:lnTo>
                  <a:pt x="195199" y="783844"/>
                </a:lnTo>
                <a:lnTo>
                  <a:pt x="147129" y="815213"/>
                </a:lnTo>
                <a:lnTo>
                  <a:pt x="104940" y="848487"/>
                </a:lnTo>
                <a:lnTo>
                  <a:pt x="68884" y="883412"/>
                </a:lnTo>
                <a:lnTo>
                  <a:pt x="39763" y="919607"/>
                </a:lnTo>
                <a:lnTo>
                  <a:pt x="18110" y="956945"/>
                </a:lnTo>
                <a:lnTo>
                  <a:pt x="4572" y="995299"/>
                </a:lnTo>
                <a:lnTo>
                  <a:pt x="0" y="1033399"/>
                </a:lnTo>
                <a:lnTo>
                  <a:pt x="12700" y="1033780"/>
                </a:lnTo>
                <a:lnTo>
                  <a:pt x="12979" y="1024509"/>
                </a:lnTo>
                <a:lnTo>
                  <a:pt x="13817" y="1015492"/>
                </a:lnTo>
                <a:lnTo>
                  <a:pt x="29832" y="961898"/>
                </a:lnTo>
                <a:lnTo>
                  <a:pt x="50469" y="926465"/>
                </a:lnTo>
                <a:lnTo>
                  <a:pt x="78498" y="891667"/>
                </a:lnTo>
                <a:lnTo>
                  <a:pt x="113499" y="857885"/>
                </a:lnTo>
                <a:lnTo>
                  <a:pt x="154749" y="825500"/>
                </a:lnTo>
                <a:lnTo>
                  <a:pt x="201930" y="794639"/>
                </a:lnTo>
                <a:lnTo>
                  <a:pt x="254254" y="765683"/>
                </a:lnTo>
                <a:lnTo>
                  <a:pt x="311023" y="739140"/>
                </a:lnTo>
                <a:lnTo>
                  <a:pt x="372110" y="715010"/>
                </a:lnTo>
                <a:lnTo>
                  <a:pt x="436499" y="693928"/>
                </a:lnTo>
                <a:lnTo>
                  <a:pt x="503682" y="675894"/>
                </a:lnTo>
                <a:lnTo>
                  <a:pt x="573278" y="661416"/>
                </a:lnTo>
                <a:lnTo>
                  <a:pt x="644525" y="650748"/>
                </a:lnTo>
                <a:lnTo>
                  <a:pt x="713828" y="644613"/>
                </a:lnTo>
                <a:lnTo>
                  <a:pt x="713613" y="638175"/>
                </a:lnTo>
                <a:lnTo>
                  <a:pt x="713778" y="643001"/>
                </a:lnTo>
                <a:lnTo>
                  <a:pt x="713828" y="644613"/>
                </a:lnTo>
                <a:lnTo>
                  <a:pt x="714756" y="672211"/>
                </a:lnTo>
                <a:lnTo>
                  <a:pt x="714883" y="676021"/>
                </a:lnTo>
                <a:lnTo>
                  <a:pt x="789813" y="635254"/>
                </a:lnTo>
                <a:close/>
              </a:path>
              <a:path extrusionOk="0" h="1224280" w="5910580">
                <a:moveTo>
                  <a:pt x="3281934" y="635127"/>
                </a:moveTo>
                <a:lnTo>
                  <a:pt x="3273780" y="628777"/>
                </a:lnTo>
                <a:lnTo>
                  <a:pt x="3214751" y="582803"/>
                </a:lnTo>
                <a:lnTo>
                  <a:pt x="3210966" y="601497"/>
                </a:lnTo>
                <a:lnTo>
                  <a:pt x="3204591" y="598297"/>
                </a:lnTo>
                <a:lnTo>
                  <a:pt x="3204591" y="612165"/>
                </a:lnTo>
                <a:lnTo>
                  <a:pt x="3196590" y="608584"/>
                </a:lnTo>
                <a:lnTo>
                  <a:pt x="3161792" y="588772"/>
                </a:lnTo>
                <a:lnTo>
                  <a:pt x="3129026" y="563257"/>
                </a:lnTo>
                <a:lnTo>
                  <a:pt x="3099181" y="533031"/>
                </a:lnTo>
                <a:lnTo>
                  <a:pt x="3064764" y="486283"/>
                </a:lnTo>
                <a:lnTo>
                  <a:pt x="3043936" y="447421"/>
                </a:lnTo>
                <a:lnTo>
                  <a:pt x="3028442" y="406400"/>
                </a:lnTo>
                <a:lnTo>
                  <a:pt x="3018663" y="363982"/>
                </a:lnTo>
                <a:lnTo>
                  <a:pt x="3016758" y="350647"/>
                </a:lnTo>
                <a:lnTo>
                  <a:pt x="3016631" y="349758"/>
                </a:lnTo>
                <a:lnTo>
                  <a:pt x="3015500" y="335661"/>
                </a:lnTo>
                <a:lnTo>
                  <a:pt x="3015488" y="335407"/>
                </a:lnTo>
                <a:lnTo>
                  <a:pt x="3014751" y="306578"/>
                </a:lnTo>
                <a:lnTo>
                  <a:pt x="3014726" y="305435"/>
                </a:lnTo>
                <a:lnTo>
                  <a:pt x="3013456" y="290576"/>
                </a:lnTo>
                <a:lnTo>
                  <a:pt x="3005455" y="245999"/>
                </a:lnTo>
                <a:lnTo>
                  <a:pt x="2991231" y="202819"/>
                </a:lnTo>
                <a:lnTo>
                  <a:pt x="2963672" y="148590"/>
                </a:lnTo>
                <a:lnTo>
                  <a:pt x="2928112" y="100330"/>
                </a:lnTo>
                <a:lnTo>
                  <a:pt x="2897124" y="68834"/>
                </a:lnTo>
                <a:lnTo>
                  <a:pt x="2863088" y="42291"/>
                </a:lnTo>
                <a:lnTo>
                  <a:pt x="2826512" y="21463"/>
                </a:lnTo>
                <a:lnTo>
                  <a:pt x="2788285" y="7239"/>
                </a:lnTo>
                <a:lnTo>
                  <a:pt x="2748788" y="508"/>
                </a:lnTo>
                <a:lnTo>
                  <a:pt x="2736088" y="0"/>
                </a:lnTo>
                <a:lnTo>
                  <a:pt x="2735630" y="11303"/>
                </a:lnTo>
                <a:lnTo>
                  <a:pt x="2735580" y="12700"/>
                </a:lnTo>
                <a:lnTo>
                  <a:pt x="2748407" y="13208"/>
                </a:lnTo>
                <a:lnTo>
                  <a:pt x="2760726" y="14478"/>
                </a:lnTo>
                <a:lnTo>
                  <a:pt x="2809621" y="27813"/>
                </a:lnTo>
                <a:lnTo>
                  <a:pt x="2844800" y="45720"/>
                </a:lnTo>
                <a:lnTo>
                  <a:pt x="2878328" y="69342"/>
                </a:lnTo>
                <a:lnTo>
                  <a:pt x="2918841" y="108966"/>
                </a:lnTo>
                <a:lnTo>
                  <a:pt x="2953131" y="155702"/>
                </a:lnTo>
                <a:lnTo>
                  <a:pt x="2973705" y="194310"/>
                </a:lnTo>
                <a:lnTo>
                  <a:pt x="2989199" y="235458"/>
                </a:lnTo>
                <a:lnTo>
                  <a:pt x="2999105" y="277749"/>
                </a:lnTo>
                <a:lnTo>
                  <a:pt x="3002051" y="305435"/>
                </a:lnTo>
                <a:lnTo>
                  <a:pt x="3002153" y="306578"/>
                </a:lnTo>
                <a:lnTo>
                  <a:pt x="3003981" y="349758"/>
                </a:lnTo>
                <a:lnTo>
                  <a:pt x="3012059" y="395351"/>
                </a:lnTo>
                <a:lnTo>
                  <a:pt x="3026283" y="438404"/>
                </a:lnTo>
                <a:lnTo>
                  <a:pt x="3053715" y="492518"/>
                </a:lnTo>
                <a:lnTo>
                  <a:pt x="3089148" y="540905"/>
                </a:lnTo>
                <a:lnTo>
                  <a:pt x="3120263" y="572643"/>
                </a:lnTo>
                <a:lnTo>
                  <a:pt x="3154426" y="599186"/>
                </a:lnTo>
                <a:lnTo>
                  <a:pt x="3190875" y="619887"/>
                </a:lnTo>
                <a:lnTo>
                  <a:pt x="3204591" y="625856"/>
                </a:lnTo>
                <a:lnTo>
                  <a:pt x="3204591" y="630047"/>
                </a:lnTo>
                <a:lnTo>
                  <a:pt x="3032125" y="630047"/>
                </a:lnTo>
                <a:lnTo>
                  <a:pt x="2692400" y="629920"/>
                </a:lnTo>
                <a:lnTo>
                  <a:pt x="2472169" y="629539"/>
                </a:lnTo>
                <a:lnTo>
                  <a:pt x="1926590" y="629539"/>
                </a:lnTo>
                <a:lnTo>
                  <a:pt x="1926590" y="642239"/>
                </a:lnTo>
                <a:lnTo>
                  <a:pt x="2653919" y="642620"/>
                </a:lnTo>
                <a:lnTo>
                  <a:pt x="3032125" y="642747"/>
                </a:lnTo>
                <a:lnTo>
                  <a:pt x="3202609" y="642747"/>
                </a:lnTo>
                <a:lnTo>
                  <a:pt x="3199638" y="657479"/>
                </a:lnTo>
                <a:lnTo>
                  <a:pt x="3204591" y="656145"/>
                </a:lnTo>
                <a:lnTo>
                  <a:pt x="3204591" y="674497"/>
                </a:lnTo>
                <a:lnTo>
                  <a:pt x="3268091" y="642747"/>
                </a:lnTo>
                <a:lnTo>
                  <a:pt x="3280791" y="636397"/>
                </a:lnTo>
                <a:lnTo>
                  <a:pt x="3279546" y="635787"/>
                </a:lnTo>
                <a:lnTo>
                  <a:pt x="3281934" y="635127"/>
                </a:lnTo>
                <a:close/>
              </a:path>
              <a:path extrusionOk="0" h="1224280" w="5910580">
                <a:moveTo>
                  <a:pt x="3780409" y="929894"/>
                </a:moveTo>
                <a:lnTo>
                  <a:pt x="3767709" y="904494"/>
                </a:lnTo>
                <a:lnTo>
                  <a:pt x="3742309" y="853694"/>
                </a:lnTo>
                <a:lnTo>
                  <a:pt x="3704209" y="929894"/>
                </a:lnTo>
                <a:lnTo>
                  <a:pt x="3735946" y="908735"/>
                </a:lnTo>
                <a:lnTo>
                  <a:pt x="3735832" y="953008"/>
                </a:lnTo>
                <a:lnTo>
                  <a:pt x="3735705" y="1029716"/>
                </a:lnTo>
                <a:lnTo>
                  <a:pt x="3735667" y="1040003"/>
                </a:lnTo>
                <a:lnTo>
                  <a:pt x="3735565" y="1054735"/>
                </a:lnTo>
                <a:lnTo>
                  <a:pt x="3735451" y="1063117"/>
                </a:lnTo>
                <a:lnTo>
                  <a:pt x="3735324" y="1223899"/>
                </a:lnTo>
                <a:lnTo>
                  <a:pt x="3748024" y="1223899"/>
                </a:lnTo>
                <a:lnTo>
                  <a:pt x="3748151" y="1063117"/>
                </a:lnTo>
                <a:lnTo>
                  <a:pt x="3748278" y="1054735"/>
                </a:lnTo>
                <a:lnTo>
                  <a:pt x="3748405" y="1040003"/>
                </a:lnTo>
                <a:lnTo>
                  <a:pt x="3748532" y="1029716"/>
                </a:lnTo>
                <a:lnTo>
                  <a:pt x="3748646" y="908735"/>
                </a:lnTo>
                <a:lnTo>
                  <a:pt x="3780409" y="929894"/>
                </a:lnTo>
                <a:close/>
              </a:path>
              <a:path extrusionOk="0" h="1224280" w="5910580">
                <a:moveTo>
                  <a:pt x="5910326" y="636270"/>
                </a:moveTo>
                <a:lnTo>
                  <a:pt x="5897626" y="629920"/>
                </a:lnTo>
                <a:lnTo>
                  <a:pt x="5834126" y="598170"/>
                </a:lnTo>
                <a:lnTo>
                  <a:pt x="5834126" y="629920"/>
                </a:lnTo>
                <a:lnTo>
                  <a:pt x="5167744" y="629920"/>
                </a:lnTo>
                <a:lnTo>
                  <a:pt x="4890376" y="629539"/>
                </a:lnTo>
                <a:lnTo>
                  <a:pt x="4294733" y="629539"/>
                </a:lnTo>
                <a:lnTo>
                  <a:pt x="4332605" y="618236"/>
                </a:lnTo>
                <a:lnTo>
                  <a:pt x="4374515" y="601218"/>
                </a:lnTo>
                <a:lnTo>
                  <a:pt x="4415155" y="580009"/>
                </a:lnTo>
                <a:lnTo>
                  <a:pt x="4453763" y="554990"/>
                </a:lnTo>
                <a:lnTo>
                  <a:pt x="4490593" y="526542"/>
                </a:lnTo>
                <a:lnTo>
                  <a:pt x="4524756" y="495046"/>
                </a:lnTo>
                <a:lnTo>
                  <a:pt x="4556379" y="460883"/>
                </a:lnTo>
                <a:lnTo>
                  <a:pt x="4584827" y="424307"/>
                </a:lnTo>
                <a:lnTo>
                  <a:pt x="4609719" y="385572"/>
                </a:lnTo>
                <a:lnTo>
                  <a:pt x="4631055" y="345186"/>
                </a:lnTo>
                <a:lnTo>
                  <a:pt x="4648200" y="303276"/>
                </a:lnTo>
                <a:lnTo>
                  <a:pt x="4660900" y="260350"/>
                </a:lnTo>
                <a:lnTo>
                  <a:pt x="4662678" y="248856"/>
                </a:lnTo>
                <a:lnTo>
                  <a:pt x="4694809" y="252349"/>
                </a:lnTo>
                <a:lnTo>
                  <a:pt x="4688230" y="234696"/>
                </a:lnTo>
                <a:lnTo>
                  <a:pt x="4665091" y="172466"/>
                </a:lnTo>
                <a:lnTo>
                  <a:pt x="4619117" y="244094"/>
                </a:lnTo>
                <a:lnTo>
                  <a:pt x="4650054" y="247472"/>
                </a:lnTo>
                <a:lnTo>
                  <a:pt x="4648581" y="257175"/>
                </a:lnTo>
                <a:lnTo>
                  <a:pt x="4642993" y="278003"/>
                </a:lnTo>
                <a:lnTo>
                  <a:pt x="4628388" y="319278"/>
                </a:lnTo>
                <a:lnTo>
                  <a:pt x="4609719" y="359410"/>
                </a:lnTo>
                <a:lnTo>
                  <a:pt x="4587240" y="398018"/>
                </a:lnTo>
                <a:lnTo>
                  <a:pt x="4561078" y="434848"/>
                </a:lnTo>
                <a:lnTo>
                  <a:pt x="4531741" y="469519"/>
                </a:lnTo>
                <a:lnTo>
                  <a:pt x="4499610" y="501650"/>
                </a:lnTo>
                <a:lnTo>
                  <a:pt x="4464939" y="530987"/>
                </a:lnTo>
                <a:lnTo>
                  <a:pt x="4428109" y="557149"/>
                </a:lnTo>
                <a:lnTo>
                  <a:pt x="4389374" y="579628"/>
                </a:lnTo>
                <a:lnTo>
                  <a:pt x="4349242" y="598424"/>
                </a:lnTo>
                <a:lnTo>
                  <a:pt x="4307967" y="612902"/>
                </a:lnTo>
                <a:lnTo>
                  <a:pt x="4265930" y="622935"/>
                </a:lnTo>
                <a:lnTo>
                  <a:pt x="4223385" y="628142"/>
                </a:lnTo>
                <a:lnTo>
                  <a:pt x="4201668" y="628777"/>
                </a:lnTo>
                <a:lnTo>
                  <a:pt x="4201922" y="635254"/>
                </a:lnTo>
                <a:lnTo>
                  <a:pt x="4201922" y="642239"/>
                </a:lnTo>
                <a:lnTo>
                  <a:pt x="5114023" y="642620"/>
                </a:lnTo>
                <a:lnTo>
                  <a:pt x="5834126" y="642620"/>
                </a:lnTo>
                <a:lnTo>
                  <a:pt x="5834126" y="674370"/>
                </a:lnTo>
                <a:lnTo>
                  <a:pt x="5897626" y="642620"/>
                </a:lnTo>
                <a:lnTo>
                  <a:pt x="5910326" y="63627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3155442" y="1783206"/>
            <a:ext cx="85026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7112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Initial world representation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701410" y="1783206"/>
            <a:ext cx="94488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92405" lvl="0" marL="2044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Predicted action sequence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6999478" y="2673476"/>
            <a:ext cx="75501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(LeCun, 2022)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1167790" y="3851859"/>
            <a:ext cx="1210945" cy="34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85858"/>
                </a:solidFill>
                <a:latin typeface="Courier New"/>
                <a:ea typeface="Courier New"/>
                <a:cs typeface="Courier New"/>
                <a:sym typeface="Courier New"/>
              </a:rPr>
              <a:t>Do customers who default maintain a low balance?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9637" y="4294970"/>
            <a:ext cx="371554" cy="2584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6755383" y="3579367"/>
            <a:ext cx="1694180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 average, customers who default have a negative balance of approximately -61.80. This suggests that customers who default tend to maintain a low balance.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8269" y="4294970"/>
            <a:ext cx="371554" cy="25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Defining Agents</a:t>
            </a:r>
            <a:endParaRPr/>
          </a:p>
        </p:txBody>
      </p:sp>
      <p:pic>
        <p:nvPicPr>
          <p:cNvPr id="103" name="Google Shape;1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696" y="1696222"/>
            <a:ext cx="615696" cy="69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6"/>
          <p:cNvGrpSpPr/>
          <p:nvPr/>
        </p:nvGrpSpPr>
        <p:grpSpPr>
          <a:xfrm>
            <a:off x="3496055" y="2741676"/>
            <a:ext cx="951230" cy="740918"/>
            <a:chOff x="3496055" y="2741676"/>
            <a:chExt cx="951230" cy="740918"/>
          </a:xfrm>
        </p:grpSpPr>
        <p:sp>
          <p:nvSpPr>
            <p:cNvPr id="105" name="Google Shape;105;p6"/>
            <p:cNvSpPr/>
            <p:nvPr/>
          </p:nvSpPr>
          <p:spPr>
            <a:xfrm>
              <a:off x="3496055" y="3186684"/>
              <a:ext cx="951230" cy="295910"/>
            </a:xfrm>
            <a:custGeom>
              <a:rect b="b" l="l" r="r" t="t"/>
              <a:pathLst>
                <a:path extrusionOk="0" h="295910" w="951229">
                  <a:moveTo>
                    <a:pt x="950976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950976" y="295656"/>
                  </a:lnTo>
                  <a:lnTo>
                    <a:pt x="950976" y="0"/>
                  </a:lnTo>
                  <a:close/>
                </a:path>
              </a:pathLst>
            </a:custGeom>
            <a:solidFill>
              <a:srgbClr val="0D39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3639311" y="2741676"/>
              <a:ext cx="664845" cy="445134"/>
            </a:xfrm>
            <a:custGeom>
              <a:rect b="b" l="l" r="r" t="t"/>
              <a:pathLst>
                <a:path extrusionOk="0" h="445135" w="664845">
                  <a:moveTo>
                    <a:pt x="664463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664463" y="445007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A215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6"/>
          <p:cNvSpPr txBox="1"/>
          <p:nvPr/>
        </p:nvSpPr>
        <p:spPr>
          <a:xfrm>
            <a:off x="3275076" y="1583436"/>
            <a:ext cx="1416050" cy="242189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4" rtl="0" algn="ctr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97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4" lvl="0" marL="225425" marR="240665" rtl="0" algn="ctr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Search Engine, Python Runtime, Database…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509777" y="2423922"/>
            <a:ext cx="1826260" cy="86741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838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customers have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subscribed to the term deposit?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335529" y="2756661"/>
            <a:ext cx="939800" cy="109855"/>
          </a:xfrm>
          <a:custGeom>
            <a:rect b="b" l="l" r="r" t="t"/>
            <a:pathLst>
              <a:path extrusionOk="0" h="109855" w="939800">
                <a:moveTo>
                  <a:pt x="461521" y="63832"/>
                </a:moveTo>
                <a:lnTo>
                  <a:pt x="460614" y="64262"/>
                </a:lnTo>
                <a:lnTo>
                  <a:pt x="460476" y="64262"/>
                </a:lnTo>
                <a:lnTo>
                  <a:pt x="456819" y="65405"/>
                </a:lnTo>
                <a:lnTo>
                  <a:pt x="418083" y="72262"/>
                </a:lnTo>
                <a:lnTo>
                  <a:pt x="353821" y="78612"/>
                </a:lnTo>
                <a:lnTo>
                  <a:pt x="270128" y="83946"/>
                </a:lnTo>
                <a:lnTo>
                  <a:pt x="212597" y="86487"/>
                </a:lnTo>
                <a:lnTo>
                  <a:pt x="130428" y="89026"/>
                </a:lnTo>
                <a:lnTo>
                  <a:pt x="33051" y="90550"/>
                </a:lnTo>
                <a:lnTo>
                  <a:pt x="0" y="90550"/>
                </a:lnTo>
                <a:lnTo>
                  <a:pt x="0" y="109600"/>
                </a:lnTo>
                <a:lnTo>
                  <a:pt x="33147" y="109600"/>
                </a:lnTo>
                <a:lnTo>
                  <a:pt x="130809" y="108076"/>
                </a:lnTo>
                <a:lnTo>
                  <a:pt x="213359" y="105537"/>
                </a:lnTo>
                <a:lnTo>
                  <a:pt x="289051" y="101981"/>
                </a:lnTo>
                <a:lnTo>
                  <a:pt x="355219" y="97536"/>
                </a:lnTo>
                <a:lnTo>
                  <a:pt x="420369" y="91186"/>
                </a:lnTo>
                <a:lnTo>
                  <a:pt x="461390" y="83946"/>
                </a:lnTo>
                <a:lnTo>
                  <a:pt x="474725" y="77850"/>
                </a:lnTo>
                <a:lnTo>
                  <a:pt x="475995" y="76962"/>
                </a:lnTo>
                <a:lnTo>
                  <a:pt x="477012" y="75692"/>
                </a:lnTo>
                <a:lnTo>
                  <a:pt x="477358" y="74930"/>
                </a:lnTo>
                <a:lnTo>
                  <a:pt x="476122" y="74930"/>
                </a:lnTo>
                <a:lnTo>
                  <a:pt x="476222" y="74802"/>
                </a:lnTo>
                <a:lnTo>
                  <a:pt x="475847" y="74802"/>
                </a:lnTo>
                <a:lnTo>
                  <a:pt x="476436" y="74531"/>
                </a:lnTo>
                <a:lnTo>
                  <a:pt x="478917" y="71374"/>
                </a:lnTo>
                <a:lnTo>
                  <a:pt x="486232" y="71374"/>
                </a:lnTo>
                <a:lnTo>
                  <a:pt x="488314" y="70865"/>
                </a:lnTo>
                <a:lnTo>
                  <a:pt x="494792" y="69468"/>
                </a:lnTo>
                <a:lnTo>
                  <a:pt x="502538" y="68071"/>
                </a:lnTo>
                <a:lnTo>
                  <a:pt x="515077" y="66293"/>
                </a:lnTo>
                <a:lnTo>
                  <a:pt x="460375" y="66293"/>
                </a:lnTo>
                <a:lnTo>
                  <a:pt x="461009" y="64769"/>
                </a:lnTo>
                <a:lnTo>
                  <a:pt x="461521" y="63832"/>
                </a:lnTo>
                <a:close/>
              </a:path>
              <a:path extrusionOk="0" h="109855" w="939800">
                <a:moveTo>
                  <a:pt x="862838" y="0"/>
                </a:moveTo>
                <a:lnTo>
                  <a:pt x="863077" y="28701"/>
                </a:lnTo>
                <a:lnTo>
                  <a:pt x="863105" y="32131"/>
                </a:lnTo>
                <a:lnTo>
                  <a:pt x="863225" y="46481"/>
                </a:lnTo>
                <a:lnTo>
                  <a:pt x="863351" y="61594"/>
                </a:lnTo>
                <a:lnTo>
                  <a:pt x="863472" y="76200"/>
                </a:lnTo>
                <a:lnTo>
                  <a:pt x="919339" y="47751"/>
                </a:lnTo>
                <a:lnTo>
                  <a:pt x="875919" y="47751"/>
                </a:lnTo>
                <a:lnTo>
                  <a:pt x="875792" y="28701"/>
                </a:lnTo>
                <a:lnTo>
                  <a:pt x="921211" y="28701"/>
                </a:lnTo>
                <a:lnTo>
                  <a:pt x="862838" y="0"/>
                </a:lnTo>
                <a:close/>
              </a:path>
              <a:path extrusionOk="0" h="109855" w="939800">
                <a:moveTo>
                  <a:pt x="477832" y="73887"/>
                </a:moveTo>
                <a:lnTo>
                  <a:pt x="477003" y="74269"/>
                </a:lnTo>
                <a:lnTo>
                  <a:pt x="476122" y="74930"/>
                </a:lnTo>
                <a:lnTo>
                  <a:pt x="477358" y="74930"/>
                </a:lnTo>
                <a:lnTo>
                  <a:pt x="477832" y="73887"/>
                </a:lnTo>
                <a:close/>
              </a:path>
              <a:path extrusionOk="0" h="109855" w="939800">
                <a:moveTo>
                  <a:pt x="476436" y="74531"/>
                </a:moveTo>
                <a:lnTo>
                  <a:pt x="475919" y="74802"/>
                </a:lnTo>
                <a:lnTo>
                  <a:pt x="476222" y="74802"/>
                </a:lnTo>
                <a:lnTo>
                  <a:pt x="476436" y="74531"/>
                </a:lnTo>
                <a:close/>
              </a:path>
              <a:path extrusionOk="0" h="109855" w="939800">
                <a:moveTo>
                  <a:pt x="477003" y="74269"/>
                </a:moveTo>
                <a:lnTo>
                  <a:pt x="476436" y="74531"/>
                </a:lnTo>
                <a:lnTo>
                  <a:pt x="476222" y="74802"/>
                </a:lnTo>
                <a:lnTo>
                  <a:pt x="476654" y="74531"/>
                </a:lnTo>
                <a:lnTo>
                  <a:pt x="477003" y="74269"/>
                </a:lnTo>
                <a:close/>
              </a:path>
              <a:path extrusionOk="0" h="109855" w="939800">
                <a:moveTo>
                  <a:pt x="478917" y="71374"/>
                </a:moveTo>
                <a:lnTo>
                  <a:pt x="476436" y="74531"/>
                </a:lnTo>
                <a:lnTo>
                  <a:pt x="476773" y="74269"/>
                </a:lnTo>
                <a:lnTo>
                  <a:pt x="477951" y="73532"/>
                </a:lnTo>
                <a:lnTo>
                  <a:pt x="478166" y="73151"/>
                </a:lnTo>
                <a:lnTo>
                  <a:pt x="478917" y="71374"/>
                </a:lnTo>
                <a:close/>
              </a:path>
              <a:path extrusionOk="0" h="109855" w="939800">
                <a:moveTo>
                  <a:pt x="477985" y="73532"/>
                </a:moveTo>
                <a:lnTo>
                  <a:pt x="476354" y="74531"/>
                </a:lnTo>
                <a:lnTo>
                  <a:pt x="477003" y="74269"/>
                </a:lnTo>
                <a:lnTo>
                  <a:pt x="477985" y="73532"/>
                </a:lnTo>
                <a:close/>
              </a:path>
              <a:path extrusionOk="0" h="109855" w="939800">
                <a:moveTo>
                  <a:pt x="477993" y="73532"/>
                </a:moveTo>
                <a:lnTo>
                  <a:pt x="477003" y="74269"/>
                </a:lnTo>
                <a:lnTo>
                  <a:pt x="477832" y="73887"/>
                </a:lnTo>
                <a:lnTo>
                  <a:pt x="477993" y="73532"/>
                </a:lnTo>
                <a:close/>
              </a:path>
              <a:path extrusionOk="0" h="109855" w="939800">
                <a:moveTo>
                  <a:pt x="486232" y="71374"/>
                </a:moveTo>
                <a:lnTo>
                  <a:pt x="478917" y="71374"/>
                </a:lnTo>
                <a:lnTo>
                  <a:pt x="478281" y="72898"/>
                </a:lnTo>
                <a:lnTo>
                  <a:pt x="477832" y="73887"/>
                </a:lnTo>
                <a:lnTo>
                  <a:pt x="479425" y="73151"/>
                </a:lnTo>
                <a:lnTo>
                  <a:pt x="482647" y="72262"/>
                </a:lnTo>
                <a:lnTo>
                  <a:pt x="486232" y="71374"/>
                </a:lnTo>
                <a:close/>
              </a:path>
              <a:path extrusionOk="0" h="109855" w="939800">
                <a:moveTo>
                  <a:pt x="462774" y="63373"/>
                </a:moveTo>
                <a:lnTo>
                  <a:pt x="461950" y="63832"/>
                </a:lnTo>
                <a:lnTo>
                  <a:pt x="461287" y="64262"/>
                </a:lnTo>
                <a:lnTo>
                  <a:pt x="461009" y="64769"/>
                </a:lnTo>
                <a:lnTo>
                  <a:pt x="460375" y="66293"/>
                </a:lnTo>
                <a:lnTo>
                  <a:pt x="462774" y="63373"/>
                </a:lnTo>
                <a:close/>
              </a:path>
              <a:path extrusionOk="0" h="109855" w="939800">
                <a:moveTo>
                  <a:pt x="543128" y="62992"/>
                </a:moveTo>
                <a:lnTo>
                  <a:pt x="463295" y="62992"/>
                </a:lnTo>
                <a:lnTo>
                  <a:pt x="462774" y="63373"/>
                </a:lnTo>
                <a:lnTo>
                  <a:pt x="460375" y="66293"/>
                </a:lnTo>
                <a:lnTo>
                  <a:pt x="515077" y="66293"/>
                </a:lnTo>
                <a:lnTo>
                  <a:pt x="521462" y="65405"/>
                </a:lnTo>
                <a:lnTo>
                  <a:pt x="543128" y="62992"/>
                </a:lnTo>
                <a:close/>
              </a:path>
              <a:path extrusionOk="0" h="109855" w="939800">
                <a:moveTo>
                  <a:pt x="462449" y="63373"/>
                </a:moveTo>
                <a:lnTo>
                  <a:pt x="461521" y="63832"/>
                </a:lnTo>
                <a:lnTo>
                  <a:pt x="461287" y="64262"/>
                </a:lnTo>
                <a:lnTo>
                  <a:pt x="462449" y="63373"/>
                </a:lnTo>
                <a:close/>
              </a:path>
              <a:path extrusionOk="0" h="109855" w="939800">
                <a:moveTo>
                  <a:pt x="863077" y="28701"/>
                </a:moveTo>
                <a:lnTo>
                  <a:pt x="851534" y="28701"/>
                </a:lnTo>
                <a:lnTo>
                  <a:pt x="808482" y="29590"/>
                </a:lnTo>
                <a:lnTo>
                  <a:pt x="725932" y="32131"/>
                </a:lnTo>
                <a:lnTo>
                  <a:pt x="632713" y="36702"/>
                </a:lnTo>
                <a:lnTo>
                  <a:pt x="584072" y="40131"/>
                </a:lnTo>
                <a:lnTo>
                  <a:pt x="518794" y="46481"/>
                </a:lnTo>
                <a:lnTo>
                  <a:pt x="477393" y="53975"/>
                </a:lnTo>
                <a:lnTo>
                  <a:pt x="468630" y="57150"/>
                </a:lnTo>
                <a:lnTo>
                  <a:pt x="467868" y="57404"/>
                </a:lnTo>
                <a:lnTo>
                  <a:pt x="467074" y="57912"/>
                </a:lnTo>
                <a:lnTo>
                  <a:pt x="466597" y="58293"/>
                </a:lnTo>
                <a:lnTo>
                  <a:pt x="464565" y="59817"/>
                </a:lnTo>
                <a:lnTo>
                  <a:pt x="463295" y="60706"/>
                </a:lnTo>
                <a:lnTo>
                  <a:pt x="462406" y="61975"/>
                </a:lnTo>
                <a:lnTo>
                  <a:pt x="461771" y="63373"/>
                </a:lnTo>
                <a:lnTo>
                  <a:pt x="461521" y="63832"/>
                </a:lnTo>
                <a:lnTo>
                  <a:pt x="462491" y="63373"/>
                </a:lnTo>
                <a:lnTo>
                  <a:pt x="463126" y="62864"/>
                </a:lnTo>
                <a:lnTo>
                  <a:pt x="544321" y="62864"/>
                </a:lnTo>
                <a:lnTo>
                  <a:pt x="585596" y="59055"/>
                </a:lnTo>
                <a:lnTo>
                  <a:pt x="669417" y="53720"/>
                </a:lnTo>
                <a:lnTo>
                  <a:pt x="767207" y="49783"/>
                </a:lnTo>
                <a:lnTo>
                  <a:pt x="851915" y="47751"/>
                </a:lnTo>
                <a:lnTo>
                  <a:pt x="863235" y="47751"/>
                </a:lnTo>
                <a:lnTo>
                  <a:pt x="863120" y="33908"/>
                </a:lnTo>
                <a:lnTo>
                  <a:pt x="863077" y="28701"/>
                </a:lnTo>
                <a:close/>
              </a:path>
              <a:path extrusionOk="0" h="109855" w="939800">
                <a:moveTo>
                  <a:pt x="463191" y="62864"/>
                </a:moveTo>
                <a:lnTo>
                  <a:pt x="462957" y="62992"/>
                </a:lnTo>
                <a:lnTo>
                  <a:pt x="461836" y="63832"/>
                </a:lnTo>
                <a:lnTo>
                  <a:pt x="462686" y="63373"/>
                </a:lnTo>
                <a:lnTo>
                  <a:pt x="463087" y="62992"/>
                </a:lnTo>
                <a:lnTo>
                  <a:pt x="463191" y="62864"/>
                </a:lnTo>
                <a:close/>
              </a:path>
              <a:path extrusionOk="0" h="109855" w="939800">
                <a:moveTo>
                  <a:pt x="544321" y="62864"/>
                </a:moveTo>
                <a:lnTo>
                  <a:pt x="463191" y="62864"/>
                </a:lnTo>
                <a:lnTo>
                  <a:pt x="462774" y="63373"/>
                </a:lnTo>
                <a:lnTo>
                  <a:pt x="462491" y="63373"/>
                </a:lnTo>
                <a:lnTo>
                  <a:pt x="463296" y="62992"/>
                </a:lnTo>
                <a:lnTo>
                  <a:pt x="543128" y="62992"/>
                </a:lnTo>
                <a:lnTo>
                  <a:pt x="544321" y="62864"/>
                </a:lnTo>
                <a:close/>
              </a:path>
              <a:path extrusionOk="0" h="109855" w="939800">
                <a:moveTo>
                  <a:pt x="463295" y="62992"/>
                </a:moveTo>
                <a:lnTo>
                  <a:pt x="462491" y="63373"/>
                </a:lnTo>
                <a:lnTo>
                  <a:pt x="462686" y="63373"/>
                </a:lnTo>
                <a:lnTo>
                  <a:pt x="463295" y="62992"/>
                </a:lnTo>
                <a:close/>
              </a:path>
              <a:path extrusionOk="0" h="109855" w="939800">
                <a:moveTo>
                  <a:pt x="921211" y="28701"/>
                </a:moveTo>
                <a:lnTo>
                  <a:pt x="875792" y="28701"/>
                </a:lnTo>
                <a:lnTo>
                  <a:pt x="875919" y="47751"/>
                </a:lnTo>
                <a:lnTo>
                  <a:pt x="919339" y="47751"/>
                </a:lnTo>
                <a:lnTo>
                  <a:pt x="939292" y="37592"/>
                </a:lnTo>
                <a:lnTo>
                  <a:pt x="921211" y="287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5778246" y="842010"/>
            <a:ext cx="2818130" cy="171196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968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specific tables in the database that relate to the input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07950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a SQL query to achieve the objective Run the query in a dedicated thread and collect the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 the output in natural language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1038860" y="3298316"/>
            <a:ext cx="57848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691379" y="1791589"/>
            <a:ext cx="1090295" cy="1013460"/>
          </a:xfrm>
          <a:custGeom>
            <a:rect b="b" l="l" r="r" t="t"/>
            <a:pathLst>
              <a:path extrusionOk="0" h="1013460" w="1090295">
                <a:moveTo>
                  <a:pt x="1013466" y="28565"/>
                </a:moveTo>
                <a:lnTo>
                  <a:pt x="960882" y="39624"/>
                </a:lnTo>
                <a:lnTo>
                  <a:pt x="910717" y="55245"/>
                </a:lnTo>
                <a:lnTo>
                  <a:pt x="862203" y="75691"/>
                </a:lnTo>
                <a:lnTo>
                  <a:pt x="815340" y="100075"/>
                </a:lnTo>
                <a:lnTo>
                  <a:pt x="770763" y="128143"/>
                </a:lnTo>
                <a:lnTo>
                  <a:pt x="728853" y="159766"/>
                </a:lnTo>
                <a:lnTo>
                  <a:pt x="689991" y="194563"/>
                </a:lnTo>
                <a:lnTo>
                  <a:pt x="654558" y="232029"/>
                </a:lnTo>
                <a:lnTo>
                  <a:pt x="622935" y="271780"/>
                </a:lnTo>
                <a:lnTo>
                  <a:pt x="595503" y="313690"/>
                </a:lnTo>
                <a:lnTo>
                  <a:pt x="572770" y="357250"/>
                </a:lnTo>
                <a:lnTo>
                  <a:pt x="555117" y="402209"/>
                </a:lnTo>
                <a:lnTo>
                  <a:pt x="542798" y="448310"/>
                </a:lnTo>
                <a:lnTo>
                  <a:pt x="536575" y="494792"/>
                </a:lnTo>
                <a:lnTo>
                  <a:pt x="535813" y="517525"/>
                </a:lnTo>
                <a:lnTo>
                  <a:pt x="534924" y="539750"/>
                </a:lnTo>
                <a:lnTo>
                  <a:pt x="529082" y="583819"/>
                </a:lnTo>
                <a:lnTo>
                  <a:pt x="517398" y="627634"/>
                </a:lnTo>
                <a:lnTo>
                  <a:pt x="500380" y="670560"/>
                </a:lnTo>
                <a:lnTo>
                  <a:pt x="478663" y="712597"/>
                </a:lnTo>
                <a:lnTo>
                  <a:pt x="452120" y="752856"/>
                </a:lnTo>
                <a:lnTo>
                  <a:pt x="421513" y="791337"/>
                </a:lnTo>
                <a:lnTo>
                  <a:pt x="387223" y="827659"/>
                </a:lnTo>
                <a:lnTo>
                  <a:pt x="349504" y="861313"/>
                </a:lnTo>
                <a:lnTo>
                  <a:pt x="308864" y="891921"/>
                </a:lnTo>
                <a:lnTo>
                  <a:pt x="265557" y="919226"/>
                </a:lnTo>
                <a:lnTo>
                  <a:pt x="220218" y="942848"/>
                </a:lnTo>
                <a:lnTo>
                  <a:pt x="173228" y="962533"/>
                </a:lnTo>
                <a:lnTo>
                  <a:pt x="124714" y="977773"/>
                </a:lnTo>
                <a:lnTo>
                  <a:pt x="75311" y="988313"/>
                </a:lnTo>
                <a:lnTo>
                  <a:pt x="25527" y="993775"/>
                </a:lnTo>
                <a:lnTo>
                  <a:pt x="0" y="994410"/>
                </a:lnTo>
                <a:lnTo>
                  <a:pt x="338" y="1007110"/>
                </a:lnTo>
                <a:lnTo>
                  <a:pt x="433" y="1010666"/>
                </a:lnTo>
                <a:lnTo>
                  <a:pt x="508" y="1013460"/>
                </a:lnTo>
                <a:lnTo>
                  <a:pt x="26035" y="1012698"/>
                </a:lnTo>
                <a:lnTo>
                  <a:pt x="77978" y="1007110"/>
                </a:lnTo>
                <a:lnTo>
                  <a:pt x="129159" y="996315"/>
                </a:lnTo>
                <a:lnTo>
                  <a:pt x="179324" y="980567"/>
                </a:lnTo>
                <a:lnTo>
                  <a:pt x="227965" y="960374"/>
                </a:lnTo>
                <a:lnTo>
                  <a:pt x="274828" y="935990"/>
                </a:lnTo>
                <a:lnTo>
                  <a:pt x="319405" y="907796"/>
                </a:lnTo>
                <a:lnTo>
                  <a:pt x="361315" y="876173"/>
                </a:lnTo>
                <a:lnTo>
                  <a:pt x="400177" y="841629"/>
                </a:lnTo>
                <a:lnTo>
                  <a:pt x="435610" y="804163"/>
                </a:lnTo>
                <a:lnTo>
                  <a:pt x="467360" y="764413"/>
                </a:lnTo>
                <a:lnTo>
                  <a:pt x="494792" y="722630"/>
                </a:lnTo>
                <a:lnTo>
                  <a:pt x="517525" y="679069"/>
                </a:lnTo>
                <a:lnTo>
                  <a:pt x="535305" y="634111"/>
                </a:lnTo>
                <a:lnTo>
                  <a:pt x="547624" y="588263"/>
                </a:lnTo>
                <a:lnTo>
                  <a:pt x="553847" y="541655"/>
                </a:lnTo>
                <a:lnTo>
                  <a:pt x="555498" y="495554"/>
                </a:lnTo>
                <a:lnTo>
                  <a:pt x="557911" y="473456"/>
                </a:lnTo>
                <a:lnTo>
                  <a:pt x="566801" y="429387"/>
                </a:lnTo>
                <a:lnTo>
                  <a:pt x="581152" y="386080"/>
                </a:lnTo>
                <a:lnTo>
                  <a:pt x="600710" y="343662"/>
                </a:lnTo>
                <a:lnTo>
                  <a:pt x="624840" y="302513"/>
                </a:lnTo>
                <a:lnTo>
                  <a:pt x="653415" y="263017"/>
                </a:lnTo>
                <a:lnTo>
                  <a:pt x="685927" y="225679"/>
                </a:lnTo>
                <a:lnTo>
                  <a:pt x="722122" y="190754"/>
                </a:lnTo>
                <a:lnTo>
                  <a:pt x="761238" y="158623"/>
                </a:lnTo>
                <a:lnTo>
                  <a:pt x="803275" y="129540"/>
                </a:lnTo>
                <a:lnTo>
                  <a:pt x="847598" y="104012"/>
                </a:lnTo>
                <a:lnTo>
                  <a:pt x="893953" y="82296"/>
                </a:lnTo>
                <a:lnTo>
                  <a:pt x="941705" y="64897"/>
                </a:lnTo>
                <a:lnTo>
                  <a:pt x="990727" y="51943"/>
                </a:lnTo>
                <a:lnTo>
                  <a:pt x="1014983" y="47464"/>
                </a:lnTo>
                <a:lnTo>
                  <a:pt x="1013477" y="28701"/>
                </a:lnTo>
                <a:lnTo>
                  <a:pt x="1013466" y="28565"/>
                </a:lnTo>
                <a:close/>
              </a:path>
              <a:path extrusionOk="0" h="1013460" w="1090295">
                <a:moveTo>
                  <a:pt x="1026160" y="27432"/>
                </a:moveTo>
                <a:lnTo>
                  <a:pt x="1013466" y="28565"/>
                </a:lnTo>
                <a:lnTo>
                  <a:pt x="1017249" y="75691"/>
                </a:lnTo>
                <a:lnTo>
                  <a:pt x="1017270" y="75946"/>
                </a:lnTo>
                <a:lnTo>
                  <a:pt x="1064382" y="47464"/>
                </a:lnTo>
                <a:lnTo>
                  <a:pt x="1014205" y="47464"/>
                </a:lnTo>
                <a:lnTo>
                  <a:pt x="1027684" y="46482"/>
                </a:lnTo>
                <a:lnTo>
                  <a:pt x="1026261" y="28701"/>
                </a:lnTo>
                <a:lnTo>
                  <a:pt x="1026160" y="27432"/>
                </a:lnTo>
                <a:close/>
              </a:path>
              <a:path extrusionOk="0" h="1013460" w="1090295">
                <a:moveTo>
                  <a:pt x="1079152" y="27432"/>
                </a:moveTo>
                <a:lnTo>
                  <a:pt x="1026160" y="27432"/>
                </a:lnTo>
                <a:lnTo>
                  <a:pt x="1027684" y="46482"/>
                </a:lnTo>
                <a:lnTo>
                  <a:pt x="1014205" y="47464"/>
                </a:lnTo>
                <a:lnTo>
                  <a:pt x="1064382" y="47464"/>
                </a:lnTo>
                <a:lnTo>
                  <a:pt x="1090168" y="31876"/>
                </a:lnTo>
                <a:lnTo>
                  <a:pt x="1079152" y="27432"/>
                </a:lnTo>
                <a:close/>
              </a:path>
              <a:path extrusionOk="0" h="1013460" w="1090295">
                <a:moveTo>
                  <a:pt x="1011174" y="0"/>
                </a:moveTo>
                <a:lnTo>
                  <a:pt x="1013375" y="27432"/>
                </a:lnTo>
                <a:lnTo>
                  <a:pt x="1013466" y="28565"/>
                </a:lnTo>
                <a:lnTo>
                  <a:pt x="1026160" y="27432"/>
                </a:lnTo>
                <a:lnTo>
                  <a:pt x="1079152" y="27432"/>
                </a:lnTo>
                <a:lnTo>
                  <a:pt x="101117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6"/>
          <p:cNvGrpSpPr/>
          <p:nvPr/>
        </p:nvGrpSpPr>
        <p:grpSpPr>
          <a:xfrm>
            <a:off x="5781294" y="3254501"/>
            <a:ext cx="2816860" cy="1183005"/>
            <a:chOff x="5781294" y="3254501"/>
            <a:chExt cx="2816860" cy="1183005"/>
          </a:xfrm>
        </p:grpSpPr>
        <p:sp>
          <p:nvSpPr>
            <p:cNvPr id="114" name="Google Shape;114;p6"/>
            <p:cNvSpPr/>
            <p:nvPr/>
          </p:nvSpPr>
          <p:spPr>
            <a:xfrm>
              <a:off x="5781294" y="3254501"/>
              <a:ext cx="2816860" cy="1183005"/>
            </a:xfrm>
            <a:custGeom>
              <a:rect b="b" l="l" r="r" t="t"/>
              <a:pathLst>
                <a:path extrusionOk="0" h="1183004" w="2816859">
                  <a:moveTo>
                    <a:pt x="2816352" y="0"/>
                  </a:moveTo>
                  <a:lnTo>
                    <a:pt x="0" y="0"/>
                  </a:lnTo>
                  <a:lnTo>
                    <a:pt x="0" y="1182624"/>
                  </a:lnTo>
                  <a:lnTo>
                    <a:pt x="2816352" y="1182624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5781294" y="3254501"/>
              <a:ext cx="2816860" cy="1183005"/>
            </a:xfrm>
            <a:custGeom>
              <a:rect b="b" l="l" r="r" t="t"/>
              <a:pathLst>
                <a:path extrusionOk="0" h="1183004" w="2816859">
                  <a:moveTo>
                    <a:pt x="0" y="1182624"/>
                  </a:moveTo>
                  <a:lnTo>
                    <a:pt x="2816352" y="1182624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182624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6"/>
          <p:cNvSpPr txBox="1"/>
          <p:nvPr/>
        </p:nvSpPr>
        <p:spPr>
          <a:xfrm>
            <a:off x="5866129" y="3352927"/>
            <a:ext cx="5708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5902452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3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658356" y="3727703"/>
            <a:ext cx="1056640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358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7912607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6"/>
          <p:cNvGrpSpPr/>
          <p:nvPr/>
        </p:nvGrpSpPr>
        <p:grpSpPr>
          <a:xfrm>
            <a:off x="6460997" y="2553461"/>
            <a:ext cx="1453260" cy="1361490"/>
            <a:chOff x="6460997" y="2553461"/>
            <a:chExt cx="1453260" cy="1361490"/>
          </a:xfrm>
        </p:grpSpPr>
        <p:pic>
          <p:nvPicPr>
            <p:cNvPr id="121" name="Google Shape;12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60997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49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6"/>
            <p:cNvSpPr/>
            <p:nvPr/>
          </p:nvSpPr>
          <p:spPr>
            <a:xfrm>
              <a:off x="7150734" y="2553461"/>
              <a:ext cx="76200" cy="701040"/>
            </a:xfrm>
            <a:custGeom>
              <a:rect b="b" l="l" r="r" t="t"/>
              <a:pathLst>
                <a:path extrusionOk="0" h="701039" w="76200">
                  <a:moveTo>
                    <a:pt x="28558" y="624332"/>
                  </a:moveTo>
                  <a:lnTo>
                    <a:pt x="0" y="624332"/>
                  </a:lnTo>
                  <a:lnTo>
                    <a:pt x="38100" y="700532"/>
                  </a:lnTo>
                  <a:lnTo>
                    <a:pt x="69850" y="637032"/>
                  </a:lnTo>
                  <a:lnTo>
                    <a:pt x="28575" y="637032"/>
                  </a:lnTo>
                  <a:lnTo>
                    <a:pt x="28558" y="624332"/>
                  </a:lnTo>
                  <a:close/>
                </a:path>
                <a:path extrusionOk="0" h="701039" w="76200">
                  <a:moveTo>
                    <a:pt x="27559" y="352170"/>
                  </a:moveTo>
                  <a:lnTo>
                    <a:pt x="27686" y="367664"/>
                  </a:lnTo>
                  <a:lnTo>
                    <a:pt x="27813" y="387985"/>
                  </a:lnTo>
                  <a:lnTo>
                    <a:pt x="27940" y="405256"/>
                  </a:lnTo>
                  <a:lnTo>
                    <a:pt x="28067" y="425323"/>
                  </a:lnTo>
                  <a:lnTo>
                    <a:pt x="28194" y="447801"/>
                  </a:lnTo>
                  <a:lnTo>
                    <a:pt x="28321" y="512825"/>
                  </a:lnTo>
                  <a:lnTo>
                    <a:pt x="28448" y="541782"/>
                  </a:lnTo>
                  <a:lnTo>
                    <a:pt x="28575" y="637032"/>
                  </a:lnTo>
                  <a:lnTo>
                    <a:pt x="47625" y="637032"/>
                  </a:lnTo>
                  <a:lnTo>
                    <a:pt x="47498" y="541782"/>
                  </a:lnTo>
                  <a:lnTo>
                    <a:pt x="47371" y="485394"/>
                  </a:lnTo>
                  <a:lnTo>
                    <a:pt x="47244" y="436118"/>
                  </a:lnTo>
                  <a:lnTo>
                    <a:pt x="46990" y="396239"/>
                  </a:lnTo>
                  <a:lnTo>
                    <a:pt x="46863" y="373506"/>
                  </a:lnTo>
                  <a:lnTo>
                    <a:pt x="46736" y="362331"/>
                  </a:lnTo>
                  <a:lnTo>
                    <a:pt x="46609" y="354456"/>
                  </a:lnTo>
                  <a:lnTo>
                    <a:pt x="46563" y="352679"/>
                  </a:lnTo>
                  <a:lnTo>
                    <a:pt x="27686" y="352679"/>
                  </a:lnTo>
                  <a:lnTo>
                    <a:pt x="27559" y="352170"/>
                  </a:lnTo>
                  <a:close/>
                </a:path>
                <a:path extrusionOk="0" h="701039" w="76200">
                  <a:moveTo>
                    <a:pt x="76200" y="624332"/>
                  </a:moveTo>
                  <a:lnTo>
                    <a:pt x="47608" y="624332"/>
                  </a:lnTo>
                  <a:lnTo>
                    <a:pt x="47625" y="637032"/>
                  </a:lnTo>
                  <a:lnTo>
                    <a:pt x="69850" y="637032"/>
                  </a:lnTo>
                  <a:lnTo>
                    <a:pt x="76200" y="624332"/>
                  </a:lnTo>
                  <a:close/>
                </a:path>
                <a:path extrusionOk="0" h="701039" w="76200">
                  <a:moveTo>
                    <a:pt x="46514" y="350774"/>
                  </a:moveTo>
                  <a:lnTo>
                    <a:pt x="27432" y="350774"/>
                  </a:lnTo>
                  <a:lnTo>
                    <a:pt x="27550" y="351663"/>
                  </a:lnTo>
                  <a:lnTo>
                    <a:pt x="27618" y="352170"/>
                  </a:lnTo>
                  <a:lnTo>
                    <a:pt x="27686" y="352679"/>
                  </a:lnTo>
                  <a:lnTo>
                    <a:pt x="46563" y="352679"/>
                  </a:lnTo>
                  <a:lnTo>
                    <a:pt x="46514" y="350774"/>
                  </a:lnTo>
                  <a:close/>
                </a:path>
                <a:path extrusionOk="0" h="701039" w="76200">
                  <a:moveTo>
                    <a:pt x="45212" y="0"/>
                  </a:moveTo>
                  <a:lnTo>
                    <a:pt x="26162" y="0"/>
                  </a:lnTo>
                  <a:lnTo>
                    <a:pt x="26289" y="158876"/>
                  </a:lnTo>
                  <a:lnTo>
                    <a:pt x="26416" y="215264"/>
                  </a:lnTo>
                  <a:lnTo>
                    <a:pt x="26543" y="240919"/>
                  </a:lnTo>
                  <a:lnTo>
                    <a:pt x="26670" y="285623"/>
                  </a:lnTo>
                  <a:lnTo>
                    <a:pt x="26797" y="304292"/>
                  </a:lnTo>
                  <a:lnTo>
                    <a:pt x="26924" y="320294"/>
                  </a:lnTo>
                  <a:lnTo>
                    <a:pt x="27178" y="333120"/>
                  </a:lnTo>
                  <a:lnTo>
                    <a:pt x="27305" y="351155"/>
                  </a:lnTo>
                  <a:lnTo>
                    <a:pt x="27432" y="351663"/>
                  </a:lnTo>
                  <a:lnTo>
                    <a:pt x="27432" y="350774"/>
                  </a:lnTo>
                  <a:lnTo>
                    <a:pt x="46514" y="350774"/>
                  </a:lnTo>
                  <a:lnTo>
                    <a:pt x="46491" y="349885"/>
                  </a:lnTo>
                  <a:lnTo>
                    <a:pt x="46355" y="349885"/>
                  </a:lnTo>
                  <a:lnTo>
                    <a:pt x="46228" y="342264"/>
                  </a:lnTo>
                  <a:lnTo>
                    <a:pt x="46100" y="338200"/>
                  </a:lnTo>
                  <a:lnTo>
                    <a:pt x="45974" y="312546"/>
                  </a:lnTo>
                  <a:lnTo>
                    <a:pt x="45847" y="295275"/>
                  </a:lnTo>
                  <a:lnTo>
                    <a:pt x="45720" y="252856"/>
                  </a:lnTo>
                  <a:lnTo>
                    <a:pt x="45594" y="240919"/>
                  </a:lnTo>
                  <a:lnTo>
                    <a:pt x="45531" y="215264"/>
                  </a:lnTo>
                  <a:lnTo>
                    <a:pt x="45425" y="158876"/>
                  </a:lnTo>
                  <a:lnTo>
                    <a:pt x="45339" y="97281"/>
                  </a:lnTo>
                  <a:lnTo>
                    <a:pt x="45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5918327" y="4014927"/>
            <a:ext cx="4972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Query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927215" y="4014927"/>
            <a:ext cx="4178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Query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7936356" y="4014927"/>
            <a:ext cx="584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Summarize Output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82904" y="2136775"/>
            <a:ext cx="442023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/>
              <a:t>ReAct Paradigm for Agents</a:t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Agents use the ReAct Paradigm</a:t>
            </a:r>
            <a:endParaRPr/>
          </a:p>
        </p:txBody>
      </p:sp>
      <p:grpSp>
        <p:nvGrpSpPr>
          <p:cNvPr id="137" name="Google Shape;137;p8"/>
          <p:cNvGrpSpPr/>
          <p:nvPr/>
        </p:nvGrpSpPr>
        <p:grpSpPr>
          <a:xfrm>
            <a:off x="2385822" y="2017014"/>
            <a:ext cx="6087110" cy="2484120"/>
            <a:chOff x="2385822" y="2017014"/>
            <a:chExt cx="6087110" cy="2484120"/>
          </a:xfrm>
        </p:grpSpPr>
        <p:sp>
          <p:nvSpPr>
            <p:cNvPr id="138" name="Google Shape;138;p8"/>
            <p:cNvSpPr/>
            <p:nvPr/>
          </p:nvSpPr>
          <p:spPr>
            <a:xfrm>
              <a:off x="2385822" y="2017014"/>
              <a:ext cx="6087110" cy="2484120"/>
            </a:xfrm>
            <a:custGeom>
              <a:rect b="b" l="l" r="r" t="t"/>
              <a:pathLst>
                <a:path extrusionOk="0" h="2484120" w="6087109">
                  <a:moveTo>
                    <a:pt x="6086856" y="0"/>
                  </a:moveTo>
                  <a:lnTo>
                    <a:pt x="0" y="0"/>
                  </a:lnTo>
                  <a:lnTo>
                    <a:pt x="0" y="2484120"/>
                  </a:lnTo>
                  <a:lnTo>
                    <a:pt x="6086856" y="2484120"/>
                  </a:lnTo>
                  <a:lnTo>
                    <a:pt x="6086856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385822" y="2017014"/>
              <a:ext cx="6087110" cy="2484120"/>
            </a:xfrm>
            <a:custGeom>
              <a:rect b="b" l="l" r="r" t="t"/>
              <a:pathLst>
                <a:path extrusionOk="0" h="2484120" w="6087109">
                  <a:moveTo>
                    <a:pt x="0" y="2484120"/>
                  </a:moveTo>
                  <a:lnTo>
                    <a:pt x="6086856" y="2484120"/>
                  </a:lnTo>
                  <a:lnTo>
                    <a:pt x="6086856" y="0"/>
                  </a:lnTo>
                  <a:lnTo>
                    <a:pt x="0" y="0"/>
                  </a:lnTo>
                  <a:lnTo>
                    <a:pt x="0" y="248412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096" y="1010421"/>
            <a:ext cx="615696" cy="6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667512" y="897636"/>
            <a:ext cx="1618615" cy="37369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14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870203" y="2974848"/>
            <a:ext cx="1175385" cy="52578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79400" marR="0" rtl="0" algn="l">
              <a:lnSpc>
                <a:spcPct val="1190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28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1124711" y="2055876"/>
            <a:ext cx="664845" cy="445134"/>
          </a:xfrm>
          <a:prstGeom prst="rect">
            <a:avLst/>
          </a:prstGeom>
          <a:solidFill>
            <a:srgbClr val="A21515"/>
          </a:solidFill>
          <a:ln>
            <a:noFill/>
          </a:ln>
        </p:spPr>
        <p:txBody>
          <a:bodyPr anchorCtr="0" anchor="t" bIns="0" lIns="0" spcFirstLastPara="1" rIns="0" wrap="square" tIns="78725">
            <a:spAutoFit/>
          </a:bodyPr>
          <a:lstStyle/>
          <a:p>
            <a:pPr indent="0" lvl="0" marL="1295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419605" y="2501645"/>
            <a:ext cx="76835" cy="474980"/>
          </a:xfrm>
          <a:custGeom>
            <a:rect b="b" l="l" r="r" t="t"/>
            <a:pathLst>
              <a:path extrusionOk="0" h="474980" w="76834">
                <a:moveTo>
                  <a:pt x="29209" y="398653"/>
                </a:moveTo>
                <a:lnTo>
                  <a:pt x="634" y="398653"/>
                </a:lnTo>
                <a:lnTo>
                  <a:pt x="38734" y="474853"/>
                </a:lnTo>
                <a:lnTo>
                  <a:pt x="70484" y="411353"/>
                </a:lnTo>
                <a:lnTo>
                  <a:pt x="29209" y="411353"/>
                </a:lnTo>
                <a:lnTo>
                  <a:pt x="29209" y="398653"/>
                </a:lnTo>
                <a:close/>
              </a:path>
              <a:path extrusionOk="0" h="474980" w="76834">
                <a:moveTo>
                  <a:pt x="47625" y="63500"/>
                </a:moveTo>
                <a:lnTo>
                  <a:pt x="28575" y="63500"/>
                </a:lnTo>
                <a:lnTo>
                  <a:pt x="28575" y="87249"/>
                </a:lnTo>
                <a:lnTo>
                  <a:pt x="28702" y="107823"/>
                </a:lnTo>
                <a:lnTo>
                  <a:pt x="28828" y="234442"/>
                </a:lnTo>
                <a:lnTo>
                  <a:pt x="29082" y="281305"/>
                </a:lnTo>
                <a:lnTo>
                  <a:pt x="29209" y="387731"/>
                </a:lnTo>
                <a:lnTo>
                  <a:pt x="29209" y="411353"/>
                </a:lnTo>
                <a:lnTo>
                  <a:pt x="48259" y="411353"/>
                </a:lnTo>
                <a:lnTo>
                  <a:pt x="48259" y="387731"/>
                </a:lnTo>
                <a:lnTo>
                  <a:pt x="48132" y="367284"/>
                </a:lnTo>
                <a:lnTo>
                  <a:pt x="48006" y="235712"/>
                </a:lnTo>
                <a:lnTo>
                  <a:pt x="47878" y="234442"/>
                </a:lnTo>
                <a:lnTo>
                  <a:pt x="47752" y="107823"/>
                </a:lnTo>
                <a:lnTo>
                  <a:pt x="47625" y="87249"/>
                </a:lnTo>
                <a:lnTo>
                  <a:pt x="47625" y="63500"/>
                </a:lnTo>
                <a:close/>
              </a:path>
              <a:path extrusionOk="0" h="474980" w="76834">
                <a:moveTo>
                  <a:pt x="76834" y="398653"/>
                </a:moveTo>
                <a:lnTo>
                  <a:pt x="48259" y="398653"/>
                </a:lnTo>
                <a:lnTo>
                  <a:pt x="48259" y="411353"/>
                </a:lnTo>
                <a:lnTo>
                  <a:pt x="70484" y="411353"/>
                </a:lnTo>
                <a:lnTo>
                  <a:pt x="76834" y="398653"/>
                </a:lnTo>
                <a:close/>
              </a:path>
              <a:path extrusionOk="0" h="474980" w="7683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474980" w="7683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2622169" y="2128520"/>
            <a:ext cx="8712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Thought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49808" y="3976115"/>
            <a:ext cx="1414780" cy="5245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119375">
            <a:spAutoFit/>
          </a:bodyPr>
          <a:lstStyle/>
          <a:p>
            <a:pPr indent="0" lvl="0" marL="1308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419605" y="3501390"/>
            <a:ext cx="76835" cy="474980"/>
          </a:xfrm>
          <a:custGeom>
            <a:rect b="b" l="l" r="r" t="t"/>
            <a:pathLst>
              <a:path extrusionOk="0" h="474979" w="76834">
                <a:moveTo>
                  <a:pt x="29209" y="398716"/>
                </a:moveTo>
                <a:lnTo>
                  <a:pt x="634" y="398716"/>
                </a:lnTo>
                <a:lnTo>
                  <a:pt x="38734" y="474916"/>
                </a:lnTo>
                <a:lnTo>
                  <a:pt x="70484" y="411416"/>
                </a:lnTo>
                <a:lnTo>
                  <a:pt x="29209" y="411416"/>
                </a:lnTo>
                <a:lnTo>
                  <a:pt x="29209" y="398716"/>
                </a:lnTo>
                <a:close/>
              </a:path>
              <a:path extrusionOk="0" h="474979" w="76834">
                <a:moveTo>
                  <a:pt x="47625" y="63500"/>
                </a:moveTo>
                <a:lnTo>
                  <a:pt x="28575" y="63500"/>
                </a:lnTo>
                <a:lnTo>
                  <a:pt x="28575" y="87249"/>
                </a:lnTo>
                <a:lnTo>
                  <a:pt x="28702" y="107823"/>
                </a:lnTo>
                <a:lnTo>
                  <a:pt x="28828" y="234442"/>
                </a:lnTo>
                <a:lnTo>
                  <a:pt x="28899" y="235712"/>
                </a:lnTo>
                <a:lnTo>
                  <a:pt x="28956" y="236728"/>
                </a:lnTo>
                <a:lnTo>
                  <a:pt x="29082" y="281305"/>
                </a:lnTo>
                <a:lnTo>
                  <a:pt x="29209" y="295783"/>
                </a:lnTo>
                <a:lnTo>
                  <a:pt x="29082" y="311785"/>
                </a:lnTo>
                <a:lnTo>
                  <a:pt x="29082" y="367284"/>
                </a:lnTo>
                <a:lnTo>
                  <a:pt x="29209" y="387807"/>
                </a:lnTo>
                <a:lnTo>
                  <a:pt x="29209" y="411416"/>
                </a:lnTo>
                <a:lnTo>
                  <a:pt x="48259" y="411416"/>
                </a:lnTo>
                <a:lnTo>
                  <a:pt x="48259" y="387807"/>
                </a:lnTo>
                <a:lnTo>
                  <a:pt x="48132" y="367284"/>
                </a:lnTo>
                <a:lnTo>
                  <a:pt x="48006" y="235712"/>
                </a:lnTo>
                <a:lnTo>
                  <a:pt x="47878" y="234442"/>
                </a:lnTo>
                <a:lnTo>
                  <a:pt x="47752" y="107823"/>
                </a:lnTo>
                <a:lnTo>
                  <a:pt x="47625" y="87249"/>
                </a:lnTo>
                <a:lnTo>
                  <a:pt x="47625" y="63500"/>
                </a:lnTo>
                <a:close/>
              </a:path>
              <a:path extrusionOk="0" h="474979" w="76834">
                <a:moveTo>
                  <a:pt x="76834" y="398716"/>
                </a:moveTo>
                <a:lnTo>
                  <a:pt x="48259" y="398716"/>
                </a:lnTo>
                <a:lnTo>
                  <a:pt x="48259" y="411416"/>
                </a:lnTo>
                <a:lnTo>
                  <a:pt x="70484" y="411416"/>
                </a:lnTo>
                <a:lnTo>
                  <a:pt x="76834" y="398716"/>
                </a:lnTo>
                <a:close/>
              </a:path>
              <a:path extrusionOk="0" h="474979" w="7683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extrusionOk="0" h="474979" w="7683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2704464" y="3099257"/>
            <a:ext cx="70485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2467610" y="4070705"/>
            <a:ext cx="11804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014345" y="2433065"/>
            <a:ext cx="76200" cy="1610995"/>
          </a:xfrm>
          <a:custGeom>
            <a:rect b="b" l="l" r="r" t="t"/>
            <a:pathLst>
              <a:path extrusionOk="0" h="1610995" w="76200">
                <a:moveTo>
                  <a:pt x="76200" y="1534579"/>
                </a:moveTo>
                <a:lnTo>
                  <a:pt x="47612" y="1534579"/>
                </a:lnTo>
                <a:lnTo>
                  <a:pt x="47498" y="1301750"/>
                </a:lnTo>
                <a:lnTo>
                  <a:pt x="47371" y="1288669"/>
                </a:lnTo>
                <a:lnTo>
                  <a:pt x="47244" y="1286764"/>
                </a:lnTo>
                <a:lnTo>
                  <a:pt x="47117" y="1115949"/>
                </a:lnTo>
                <a:lnTo>
                  <a:pt x="46990" y="970788"/>
                </a:lnTo>
                <a:lnTo>
                  <a:pt x="27940" y="970788"/>
                </a:lnTo>
                <a:lnTo>
                  <a:pt x="28067" y="1256411"/>
                </a:lnTo>
                <a:lnTo>
                  <a:pt x="28194" y="1286764"/>
                </a:lnTo>
                <a:lnTo>
                  <a:pt x="28282" y="1288669"/>
                </a:lnTo>
                <a:lnTo>
                  <a:pt x="28321" y="1289431"/>
                </a:lnTo>
                <a:lnTo>
                  <a:pt x="28448" y="1465605"/>
                </a:lnTo>
                <a:lnTo>
                  <a:pt x="28549" y="1534579"/>
                </a:lnTo>
                <a:lnTo>
                  <a:pt x="0" y="1534579"/>
                </a:lnTo>
                <a:lnTo>
                  <a:pt x="38100" y="1610779"/>
                </a:lnTo>
                <a:lnTo>
                  <a:pt x="69850" y="1547279"/>
                </a:lnTo>
                <a:lnTo>
                  <a:pt x="76200" y="1534579"/>
                </a:lnTo>
                <a:close/>
              </a:path>
              <a:path extrusionOk="0" h="1610995" w="76200">
                <a:moveTo>
                  <a:pt x="76200" y="563753"/>
                </a:moveTo>
                <a:lnTo>
                  <a:pt x="47612" y="563753"/>
                </a:lnTo>
                <a:lnTo>
                  <a:pt x="47498" y="330962"/>
                </a:lnTo>
                <a:lnTo>
                  <a:pt x="47371" y="317881"/>
                </a:lnTo>
                <a:lnTo>
                  <a:pt x="47244" y="315976"/>
                </a:lnTo>
                <a:lnTo>
                  <a:pt x="47117" y="145161"/>
                </a:lnTo>
                <a:lnTo>
                  <a:pt x="46990" y="0"/>
                </a:lnTo>
                <a:lnTo>
                  <a:pt x="27940" y="0"/>
                </a:lnTo>
                <a:lnTo>
                  <a:pt x="28067" y="285623"/>
                </a:lnTo>
                <a:lnTo>
                  <a:pt x="28194" y="315976"/>
                </a:lnTo>
                <a:lnTo>
                  <a:pt x="28282" y="317881"/>
                </a:lnTo>
                <a:lnTo>
                  <a:pt x="28321" y="318643"/>
                </a:lnTo>
                <a:lnTo>
                  <a:pt x="28448" y="494792"/>
                </a:lnTo>
                <a:lnTo>
                  <a:pt x="28549" y="563753"/>
                </a:lnTo>
                <a:lnTo>
                  <a:pt x="0" y="563753"/>
                </a:lnTo>
                <a:lnTo>
                  <a:pt x="38100" y="639953"/>
                </a:lnTo>
                <a:lnTo>
                  <a:pt x="69850" y="576453"/>
                </a:lnTo>
                <a:lnTo>
                  <a:pt x="76200" y="563753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4515611" y="2128520"/>
            <a:ext cx="871219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Thought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4597908" y="3099257"/>
            <a:ext cx="70485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61434" y="4070705"/>
            <a:ext cx="118046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758311" y="2268473"/>
            <a:ext cx="1225550" cy="1951989"/>
          </a:xfrm>
          <a:custGeom>
            <a:rect b="b" l="l" r="r" t="t"/>
            <a:pathLst>
              <a:path extrusionOk="0" h="1951989" w="1225550">
                <a:moveTo>
                  <a:pt x="535559" y="0"/>
                </a:moveTo>
                <a:lnTo>
                  <a:pt x="474586" y="3556"/>
                </a:lnTo>
                <a:lnTo>
                  <a:pt x="474586" y="46774"/>
                </a:lnTo>
                <a:lnTo>
                  <a:pt x="474230" y="47053"/>
                </a:lnTo>
                <a:lnTo>
                  <a:pt x="474535" y="46774"/>
                </a:lnTo>
                <a:lnTo>
                  <a:pt x="474497" y="46609"/>
                </a:lnTo>
                <a:lnTo>
                  <a:pt x="474586" y="46774"/>
                </a:lnTo>
                <a:lnTo>
                  <a:pt x="474586" y="3556"/>
                </a:lnTo>
                <a:lnTo>
                  <a:pt x="450469" y="4953"/>
                </a:lnTo>
                <a:lnTo>
                  <a:pt x="465201" y="30505"/>
                </a:lnTo>
                <a:lnTo>
                  <a:pt x="462026" y="32639"/>
                </a:lnTo>
                <a:lnTo>
                  <a:pt x="461137" y="33147"/>
                </a:lnTo>
                <a:lnTo>
                  <a:pt x="460502" y="33909"/>
                </a:lnTo>
                <a:lnTo>
                  <a:pt x="459867" y="34544"/>
                </a:lnTo>
                <a:lnTo>
                  <a:pt x="429006" y="78867"/>
                </a:lnTo>
                <a:lnTo>
                  <a:pt x="405638" y="123571"/>
                </a:lnTo>
                <a:lnTo>
                  <a:pt x="383286" y="175895"/>
                </a:lnTo>
                <a:lnTo>
                  <a:pt x="362204" y="235331"/>
                </a:lnTo>
                <a:lnTo>
                  <a:pt x="342392" y="300990"/>
                </a:lnTo>
                <a:lnTo>
                  <a:pt x="324485" y="372491"/>
                </a:lnTo>
                <a:lnTo>
                  <a:pt x="315976" y="410083"/>
                </a:lnTo>
                <a:lnTo>
                  <a:pt x="308102" y="448818"/>
                </a:lnTo>
                <a:lnTo>
                  <a:pt x="300736" y="488569"/>
                </a:lnTo>
                <a:lnTo>
                  <a:pt x="293751" y="529336"/>
                </a:lnTo>
                <a:lnTo>
                  <a:pt x="287401" y="570992"/>
                </a:lnTo>
                <a:lnTo>
                  <a:pt x="281559" y="613410"/>
                </a:lnTo>
                <a:lnTo>
                  <a:pt x="276479" y="656590"/>
                </a:lnTo>
                <a:lnTo>
                  <a:pt x="271907" y="700405"/>
                </a:lnTo>
                <a:lnTo>
                  <a:pt x="267843" y="744728"/>
                </a:lnTo>
                <a:lnTo>
                  <a:pt x="264541" y="789432"/>
                </a:lnTo>
                <a:lnTo>
                  <a:pt x="262001" y="834517"/>
                </a:lnTo>
                <a:lnTo>
                  <a:pt x="260096" y="879983"/>
                </a:lnTo>
                <a:lnTo>
                  <a:pt x="258953" y="925449"/>
                </a:lnTo>
                <a:lnTo>
                  <a:pt x="258191" y="971042"/>
                </a:lnTo>
                <a:lnTo>
                  <a:pt x="257810" y="1016381"/>
                </a:lnTo>
                <a:lnTo>
                  <a:pt x="256794" y="1061593"/>
                </a:lnTo>
                <a:lnTo>
                  <a:pt x="254889" y="1106678"/>
                </a:lnTo>
                <a:lnTo>
                  <a:pt x="252349" y="1151509"/>
                </a:lnTo>
                <a:lnTo>
                  <a:pt x="249047" y="1196086"/>
                </a:lnTo>
                <a:lnTo>
                  <a:pt x="245237" y="1240028"/>
                </a:lnTo>
                <a:lnTo>
                  <a:pt x="240665" y="1283462"/>
                </a:lnTo>
                <a:lnTo>
                  <a:pt x="235458" y="1326388"/>
                </a:lnTo>
                <a:lnTo>
                  <a:pt x="229870" y="1368552"/>
                </a:lnTo>
                <a:lnTo>
                  <a:pt x="223520" y="1409954"/>
                </a:lnTo>
                <a:lnTo>
                  <a:pt x="216662" y="1450340"/>
                </a:lnTo>
                <a:lnTo>
                  <a:pt x="209296" y="1489837"/>
                </a:lnTo>
                <a:lnTo>
                  <a:pt x="201422" y="1528318"/>
                </a:lnTo>
                <a:lnTo>
                  <a:pt x="193167" y="1565529"/>
                </a:lnTo>
                <a:lnTo>
                  <a:pt x="175260" y="1636141"/>
                </a:lnTo>
                <a:lnTo>
                  <a:pt x="155956" y="1701050"/>
                </a:lnTo>
                <a:lnTo>
                  <a:pt x="135128" y="1759407"/>
                </a:lnTo>
                <a:lnTo>
                  <a:pt x="113411" y="1810562"/>
                </a:lnTo>
                <a:lnTo>
                  <a:pt x="90805" y="1853742"/>
                </a:lnTo>
                <a:lnTo>
                  <a:pt x="67564" y="1888248"/>
                </a:lnTo>
                <a:lnTo>
                  <a:pt x="38862" y="1917700"/>
                </a:lnTo>
                <a:lnTo>
                  <a:pt x="0" y="1932736"/>
                </a:lnTo>
                <a:lnTo>
                  <a:pt x="1155" y="1950212"/>
                </a:lnTo>
                <a:lnTo>
                  <a:pt x="1270" y="1951748"/>
                </a:lnTo>
                <a:lnTo>
                  <a:pt x="7493" y="1951367"/>
                </a:lnTo>
                <a:lnTo>
                  <a:pt x="14732" y="1950212"/>
                </a:lnTo>
                <a:lnTo>
                  <a:pt x="49911" y="1933257"/>
                </a:lnTo>
                <a:lnTo>
                  <a:pt x="82296" y="1900224"/>
                </a:lnTo>
                <a:lnTo>
                  <a:pt x="106934" y="1863864"/>
                </a:lnTo>
                <a:lnTo>
                  <a:pt x="130429" y="1819033"/>
                </a:lnTo>
                <a:lnTo>
                  <a:pt x="152781" y="1766557"/>
                </a:lnTo>
                <a:lnTo>
                  <a:pt x="173990" y="1707184"/>
                </a:lnTo>
                <a:lnTo>
                  <a:pt x="193675" y="1641411"/>
                </a:lnTo>
                <a:lnTo>
                  <a:pt x="211709" y="1569974"/>
                </a:lnTo>
                <a:lnTo>
                  <a:pt x="220091" y="1532509"/>
                </a:lnTo>
                <a:lnTo>
                  <a:pt x="227965" y="1493774"/>
                </a:lnTo>
                <a:lnTo>
                  <a:pt x="235331" y="1453769"/>
                </a:lnTo>
                <a:lnTo>
                  <a:pt x="242189" y="1413129"/>
                </a:lnTo>
                <a:lnTo>
                  <a:pt x="248666" y="1371473"/>
                </a:lnTo>
                <a:lnTo>
                  <a:pt x="254381" y="1328928"/>
                </a:lnTo>
                <a:lnTo>
                  <a:pt x="259588" y="1285748"/>
                </a:lnTo>
                <a:lnTo>
                  <a:pt x="264160" y="1242060"/>
                </a:lnTo>
                <a:lnTo>
                  <a:pt x="268097" y="1197737"/>
                </a:lnTo>
                <a:lnTo>
                  <a:pt x="271272" y="1152906"/>
                </a:lnTo>
                <a:lnTo>
                  <a:pt x="273939" y="1107821"/>
                </a:lnTo>
                <a:lnTo>
                  <a:pt x="275844" y="1062482"/>
                </a:lnTo>
                <a:lnTo>
                  <a:pt x="276860" y="1016762"/>
                </a:lnTo>
                <a:lnTo>
                  <a:pt x="277241" y="971296"/>
                </a:lnTo>
                <a:lnTo>
                  <a:pt x="278003" y="925830"/>
                </a:lnTo>
                <a:lnTo>
                  <a:pt x="279146" y="880491"/>
                </a:lnTo>
                <a:lnTo>
                  <a:pt x="281051" y="835406"/>
                </a:lnTo>
                <a:lnTo>
                  <a:pt x="283591" y="790575"/>
                </a:lnTo>
                <a:lnTo>
                  <a:pt x="286893" y="746125"/>
                </a:lnTo>
                <a:lnTo>
                  <a:pt x="290830" y="702056"/>
                </a:lnTo>
                <a:lnTo>
                  <a:pt x="295402" y="658622"/>
                </a:lnTo>
                <a:lnTo>
                  <a:pt x="300482" y="615696"/>
                </a:lnTo>
                <a:lnTo>
                  <a:pt x="306324" y="573532"/>
                </a:lnTo>
                <a:lnTo>
                  <a:pt x="312547" y="532130"/>
                </a:lnTo>
                <a:lnTo>
                  <a:pt x="319532" y="491744"/>
                </a:lnTo>
                <a:lnTo>
                  <a:pt x="326771" y="452247"/>
                </a:lnTo>
                <a:lnTo>
                  <a:pt x="334645" y="413893"/>
                </a:lnTo>
                <a:lnTo>
                  <a:pt x="343027" y="376555"/>
                </a:lnTo>
                <a:lnTo>
                  <a:pt x="360807" y="305943"/>
                </a:lnTo>
                <a:lnTo>
                  <a:pt x="380365" y="240919"/>
                </a:lnTo>
                <a:lnTo>
                  <a:pt x="401193" y="182626"/>
                </a:lnTo>
                <a:lnTo>
                  <a:pt x="423037" y="131318"/>
                </a:lnTo>
                <a:lnTo>
                  <a:pt x="445643" y="88011"/>
                </a:lnTo>
                <a:lnTo>
                  <a:pt x="468884" y="53721"/>
                </a:lnTo>
                <a:lnTo>
                  <a:pt x="474751" y="47053"/>
                </a:lnTo>
                <a:lnTo>
                  <a:pt x="475386" y="46609"/>
                </a:lnTo>
                <a:lnTo>
                  <a:pt x="485775" y="39624"/>
                </a:lnTo>
                <a:lnTo>
                  <a:pt x="474751" y="47053"/>
                </a:lnTo>
                <a:lnTo>
                  <a:pt x="488569" y="70993"/>
                </a:lnTo>
                <a:lnTo>
                  <a:pt x="519836" y="23749"/>
                </a:lnTo>
                <a:lnTo>
                  <a:pt x="535559" y="0"/>
                </a:lnTo>
                <a:close/>
              </a:path>
              <a:path extrusionOk="0" h="1951989" w="1225550">
                <a:moveTo>
                  <a:pt x="1225042" y="1699171"/>
                </a:moveTo>
                <a:lnTo>
                  <a:pt x="1196454" y="1699171"/>
                </a:lnTo>
                <a:lnTo>
                  <a:pt x="1196340" y="1466342"/>
                </a:lnTo>
                <a:lnTo>
                  <a:pt x="1196213" y="1453261"/>
                </a:lnTo>
                <a:lnTo>
                  <a:pt x="1196086" y="1427734"/>
                </a:lnTo>
                <a:lnTo>
                  <a:pt x="1195959" y="1280541"/>
                </a:lnTo>
                <a:lnTo>
                  <a:pt x="1195832" y="1252982"/>
                </a:lnTo>
                <a:lnTo>
                  <a:pt x="1195832" y="1135380"/>
                </a:lnTo>
                <a:lnTo>
                  <a:pt x="1176782" y="1135380"/>
                </a:lnTo>
                <a:lnTo>
                  <a:pt x="1176782" y="1252982"/>
                </a:lnTo>
                <a:lnTo>
                  <a:pt x="1176909" y="1280541"/>
                </a:lnTo>
                <a:lnTo>
                  <a:pt x="1177036" y="1451356"/>
                </a:lnTo>
                <a:lnTo>
                  <a:pt x="1177163" y="1462532"/>
                </a:lnTo>
                <a:lnTo>
                  <a:pt x="1177290" y="1630197"/>
                </a:lnTo>
                <a:lnTo>
                  <a:pt x="1177391" y="1699171"/>
                </a:lnTo>
                <a:lnTo>
                  <a:pt x="1148842" y="1699171"/>
                </a:lnTo>
                <a:lnTo>
                  <a:pt x="1186942" y="1775371"/>
                </a:lnTo>
                <a:lnTo>
                  <a:pt x="1218692" y="1711871"/>
                </a:lnTo>
                <a:lnTo>
                  <a:pt x="1225042" y="1699171"/>
                </a:lnTo>
                <a:close/>
              </a:path>
              <a:path extrusionOk="0" h="1951989" w="1225550">
                <a:moveTo>
                  <a:pt x="1225042" y="728345"/>
                </a:moveTo>
                <a:lnTo>
                  <a:pt x="1196454" y="728345"/>
                </a:lnTo>
                <a:lnTo>
                  <a:pt x="1196340" y="495554"/>
                </a:lnTo>
                <a:lnTo>
                  <a:pt x="1196213" y="482473"/>
                </a:lnTo>
                <a:lnTo>
                  <a:pt x="1196086" y="456946"/>
                </a:lnTo>
                <a:lnTo>
                  <a:pt x="1195959" y="309753"/>
                </a:lnTo>
                <a:lnTo>
                  <a:pt x="1195832" y="282067"/>
                </a:lnTo>
                <a:lnTo>
                  <a:pt x="1195832" y="164592"/>
                </a:lnTo>
                <a:lnTo>
                  <a:pt x="1176782" y="164592"/>
                </a:lnTo>
                <a:lnTo>
                  <a:pt x="1176782" y="282067"/>
                </a:lnTo>
                <a:lnTo>
                  <a:pt x="1176909" y="309753"/>
                </a:lnTo>
                <a:lnTo>
                  <a:pt x="1177036" y="480568"/>
                </a:lnTo>
                <a:lnTo>
                  <a:pt x="1177163" y="491744"/>
                </a:lnTo>
                <a:lnTo>
                  <a:pt x="1177290" y="659384"/>
                </a:lnTo>
                <a:lnTo>
                  <a:pt x="1177391" y="728345"/>
                </a:lnTo>
                <a:lnTo>
                  <a:pt x="1148842" y="728345"/>
                </a:lnTo>
                <a:lnTo>
                  <a:pt x="1186942" y="804545"/>
                </a:lnTo>
                <a:lnTo>
                  <a:pt x="1218692" y="741045"/>
                </a:lnTo>
                <a:lnTo>
                  <a:pt x="1225042" y="728345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968238" y="3099943"/>
            <a:ext cx="1460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810120" y="2128520"/>
            <a:ext cx="8991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Thought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892417" y="3099257"/>
            <a:ext cx="73279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6655943" y="4070705"/>
            <a:ext cx="120713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 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216013" y="2433065"/>
            <a:ext cx="280035" cy="2202815"/>
          </a:xfrm>
          <a:custGeom>
            <a:rect b="b" l="l" r="r" t="t"/>
            <a:pathLst>
              <a:path extrusionOk="0" h="2202815" w="280034">
                <a:moveTo>
                  <a:pt x="76200" y="1534579"/>
                </a:moveTo>
                <a:lnTo>
                  <a:pt x="47625" y="1534579"/>
                </a:lnTo>
                <a:lnTo>
                  <a:pt x="47625" y="1493266"/>
                </a:lnTo>
                <a:lnTo>
                  <a:pt x="47498" y="1465618"/>
                </a:lnTo>
                <a:lnTo>
                  <a:pt x="47371" y="1288669"/>
                </a:lnTo>
                <a:lnTo>
                  <a:pt x="47244" y="1263142"/>
                </a:lnTo>
                <a:lnTo>
                  <a:pt x="47117" y="1115949"/>
                </a:lnTo>
                <a:lnTo>
                  <a:pt x="46990" y="970788"/>
                </a:lnTo>
                <a:lnTo>
                  <a:pt x="27940" y="970788"/>
                </a:lnTo>
                <a:lnTo>
                  <a:pt x="28067" y="1256411"/>
                </a:lnTo>
                <a:lnTo>
                  <a:pt x="28194" y="1286764"/>
                </a:lnTo>
                <a:lnTo>
                  <a:pt x="28321" y="1297940"/>
                </a:lnTo>
                <a:lnTo>
                  <a:pt x="28448" y="1465618"/>
                </a:lnTo>
                <a:lnTo>
                  <a:pt x="28549" y="1534579"/>
                </a:lnTo>
                <a:lnTo>
                  <a:pt x="0" y="1534579"/>
                </a:lnTo>
                <a:lnTo>
                  <a:pt x="38100" y="1610779"/>
                </a:lnTo>
                <a:lnTo>
                  <a:pt x="69850" y="1547279"/>
                </a:lnTo>
                <a:lnTo>
                  <a:pt x="76200" y="1534579"/>
                </a:lnTo>
                <a:close/>
              </a:path>
              <a:path extrusionOk="0" h="2202815" w="280034">
                <a:moveTo>
                  <a:pt x="76200" y="563753"/>
                </a:moveTo>
                <a:lnTo>
                  <a:pt x="47625" y="563753"/>
                </a:lnTo>
                <a:lnTo>
                  <a:pt x="47625" y="522478"/>
                </a:lnTo>
                <a:lnTo>
                  <a:pt x="47498" y="494792"/>
                </a:lnTo>
                <a:lnTo>
                  <a:pt x="47371" y="317881"/>
                </a:lnTo>
                <a:lnTo>
                  <a:pt x="47244" y="292354"/>
                </a:lnTo>
                <a:lnTo>
                  <a:pt x="47117" y="145161"/>
                </a:lnTo>
                <a:lnTo>
                  <a:pt x="46990" y="0"/>
                </a:lnTo>
                <a:lnTo>
                  <a:pt x="27940" y="0"/>
                </a:lnTo>
                <a:lnTo>
                  <a:pt x="28067" y="285623"/>
                </a:lnTo>
                <a:lnTo>
                  <a:pt x="28194" y="315976"/>
                </a:lnTo>
                <a:lnTo>
                  <a:pt x="28321" y="327152"/>
                </a:lnTo>
                <a:lnTo>
                  <a:pt x="28448" y="494792"/>
                </a:lnTo>
                <a:lnTo>
                  <a:pt x="28575" y="522478"/>
                </a:lnTo>
                <a:lnTo>
                  <a:pt x="28575" y="563753"/>
                </a:lnTo>
                <a:lnTo>
                  <a:pt x="0" y="563753"/>
                </a:lnTo>
                <a:lnTo>
                  <a:pt x="38100" y="639953"/>
                </a:lnTo>
                <a:lnTo>
                  <a:pt x="69850" y="576453"/>
                </a:lnTo>
                <a:lnTo>
                  <a:pt x="76200" y="563753"/>
                </a:lnTo>
                <a:close/>
              </a:path>
              <a:path extrusionOk="0" h="2202815" w="280034">
                <a:moveTo>
                  <a:pt x="279654" y="2118576"/>
                </a:moveTo>
                <a:lnTo>
                  <a:pt x="247967" y="2128697"/>
                </a:lnTo>
                <a:lnTo>
                  <a:pt x="247116" y="2126831"/>
                </a:lnTo>
                <a:lnTo>
                  <a:pt x="246494" y="2125472"/>
                </a:lnTo>
                <a:lnTo>
                  <a:pt x="217043" y="2091512"/>
                </a:lnTo>
                <a:lnTo>
                  <a:pt x="174371" y="2069376"/>
                </a:lnTo>
                <a:lnTo>
                  <a:pt x="142240" y="2065655"/>
                </a:lnTo>
                <a:lnTo>
                  <a:pt x="132207" y="2063673"/>
                </a:lnTo>
                <a:lnTo>
                  <a:pt x="94234" y="2043874"/>
                </a:lnTo>
                <a:lnTo>
                  <a:pt x="63500" y="2008987"/>
                </a:lnTo>
                <a:lnTo>
                  <a:pt x="45593" y="1965642"/>
                </a:lnTo>
                <a:lnTo>
                  <a:pt x="43053" y="1941995"/>
                </a:lnTo>
                <a:lnTo>
                  <a:pt x="30353" y="1942680"/>
                </a:lnTo>
                <a:lnTo>
                  <a:pt x="40640" y="1992312"/>
                </a:lnTo>
                <a:lnTo>
                  <a:pt x="59690" y="2025929"/>
                </a:lnTo>
                <a:lnTo>
                  <a:pt x="95885" y="2060651"/>
                </a:lnTo>
                <a:lnTo>
                  <a:pt x="139573" y="2078101"/>
                </a:lnTo>
                <a:lnTo>
                  <a:pt x="161925" y="2079739"/>
                </a:lnTo>
                <a:lnTo>
                  <a:pt x="171831" y="2081809"/>
                </a:lnTo>
                <a:lnTo>
                  <a:pt x="209550" y="2101773"/>
                </a:lnTo>
                <a:lnTo>
                  <a:pt x="232803" y="2126069"/>
                </a:lnTo>
                <a:lnTo>
                  <a:pt x="232537" y="2125472"/>
                </a:lnTo>
                <a:lnTo>
                  <a:pt x="233426" y="2126831"/>
                </a:lnTo>
                <a:lnTo>
                  <a:pt x="232803" y="2126069"/>
                </a:lnTo>
                <a:lnTo>
                  <a:pt x="235788" y="2132584"/>
                </a:lnTo>
                <a:lnTo>
                  <a:pt x="207010" y="2141766"/>
                </a:lnTo>
                <a:lnTo>
                  <a:pt x="266573" y="2202751"/>
                </a:lnTo>
                <a:lnTo>
                  <a:pt x="275551" y="2144903"/>
                </a:lnTo>
                <a:lnTo>
                  <a:pt x="279539" y="2119261"/>
                </a:lnTo>
                <a:lnTo>
                  <a:pt x="279654" y="2118576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7268082" y="1668907"/>
            <a:ext cx="95885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Scratchpad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6895845" y="4662932"/>
            <a:ext cx="117348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184519" y="2268473"/>
            <a:ext cx="535940" cy="1951989"/>
          </a:xfrm>
          <a:custGeom>
            <a:rect b="b" l="l" r="r" t="t"/>
            <a:pathLst>
              <a:path extrusionOk="0" h="1951989" w="535940">
                <a:moveTo>
                  <a:pt x="465206" y="30498"/>
                </a:moveTo>
                <a:lnTo>
                  <a:pt x="462025" y="32638"/>
                </a:lnTo>
                <a:lnTo>
                  <a:pt x="461136" y="33146"/>
                </a:lnTo>
                <a:lnTo>
                  <a:pt x="460501" y="33908"/>
                </a:lnTo>
                <a:lnTo>
                  <a:pt x="429005" y="78867"/>
                </a:lnTo>
                <a:lnTo>
                  <a:pt x="405637" y="123570"/>
                </a:lnTo>
                <a:lnTo>
                  <a:pt x="383285" y="175894"/>
                </a:lnTo>
                <a:lnTo>
                  <a:pt x="362203" y="235331"/>
                </a:lnTo>
                <a:lnTo>
                  <a:pt x="342391" y="300989"/>
                </a:lnTo>
                <a:lnTo>
                  <a:pt x="324484" y="372490"/>
                </a:lnTo>
                <a:lnTo>
                  <a:pt x="315975" y="410082"/>
                </a:lnTo>
                <a:lnTo>
                  <a:pt x="308101" y="448818"/>
                </a:lnTo>
                <a:lnTo>
                  <a:pt x="300735" y="488569"/>
                </a:lnTo>
                <a:lnTo>
                  <a:pt x="293750" y="529336"/>
                </a:lnTo>
                <a:lnTo>
                  <a:pt x="287400" y="570992"/>
                </a:lnTo>
                <a:lnTo>
                  <a:pt x="281558" y="613409"/>
                </a:lnTo>
                <a:lnTo>
                  <a:pt x="276478" y="656589"/>
                </a:lnTo>
                <a:lnTo>
                  <a:pt x="271906" y="700405"/>
                </a:lnTo>
                <a:lnTo>
                  <a:pt x="267842" y="744727"/>
                </a:lnTo>
                <a:lnTo>
                  <a:pt x="264540" y="789432"/>
                </a:lnTo>
                <a:lnTo>
                  <a:pt x="262000" y="834517"/>
                </a:lnTo>
                <a:lnTo>
                  <a:pt x="260095" y="879982"/>
                </a:lnTo>
                <a:lnTo>
                  <a:pt x="258952" y="925449"/>
                </a:lnTo>
                <a:lnTo>
                  <a:pt x="258190" y="971042"/>
                </a:lnTo>
                <a:lnTo>
                  <a:pt x="257809" y="1016381"/>
                </a:lnTo>
                <a:lnTo>
                  <a:pt x="256793" y="1061593"/>
                </a:lnTo>
                <a:lnTo>
                  <a:pt x="254888" y="1106677"/>
                </a:lnTo>
                <a:lnTo>
                  <a:pt x="252348" y="1151508"/>
                </a:lnTo>
                <a:lnTo>
                  <a:pt x="249046" y="1196086"/>
                </a:lnTo>
                <a:lnTo>
                  <a:pt x="245236" y="1240027"/>
                </a:lnTo>
                <a:lnTo>
                  <a:pt x="240664" y="1283462"/>
                </a:lnTo>
                <a:lnTo>
                  <a:pt x="235457" y="1326388"/>
                </a:lnTo>
                <a:lnTo>
                  <a:pt x="229869" y="1368552"/>
                </a:lnTo>
                <a:lnTo>
                  <a:pt x="223519" y="1409954"/>
                </a:lnTo>
                <a:lnTo>
                  <a:pt x="216661" y="1450339"/>
                </a:lnTo>
                <a:lnTo>
                  <a:pt x="209295" y="1489837"/>
                </a:lnTo>
                <a:lnTo>
                  <a:pt x="201421" y="1528317"/>
                </a:lnTo>
                <a:lnTo>
                  <a:pt x="193166" y="1565529"/>
                </a:lnTo>
                <a:lnTo>
                  <a:pt x="175259" y="1636140"/>
                </a:lnTo>
                <a:lnTo>
                  <a:pt x="155955" y="1701050"/>
                </a:lnTo>
                <a:lnTo>
                  <a:pt x="135127" y="1759407"/>
                </a:lnTo>
                <a:lnTo>
                  <a:pt x="113410" y="1810562"/>
                </a:lnTo>
                <a:lnTo>
                  <a:pt x="90804" y="1853742"/>
                </a:lnTo>
                <a:lnTo>
                  <a:pt x="67563" y="1888248"/>
                </a:lnTo>
                <a:lnTo>
                  <a:pt x="38861" y="1917700"/>
                </a:lnTo>
                <a:lnTo>
                  <a:pt x="0" y="1932736"/>
                </a:lnTo>
                <a:lnTo>
                  <a:pt x="1167" y="1950212"/>
                </a:lnTo>
                <a:lnTo>
                  <a:pt x="1269" y="1951748"/>
                </a:lnTo>
                <a:lnTo>
                  <a:pt x="7492" y="1951367"/>
                </a:lnTo>
                <a:lnTo>
                  <a:pt x="14731" y="1950212"/>
                </a:lnTo>
                <a:lnTo>
                  <a:pt x="49910" y="1933257"/>
                </a:lnTo>
                <a:lnTo>
                  <a:pt x="82295" y="1900224"/>
                </a:lnTo>
                <a:lnTo>
                  <a:pt x="106933" y="1863864"/>
                </a:lnTo>
                <a:lnTo>
                  <a:pt x="130428" y="1819033"/>
                </a:lnTo>
                <a:lnTo>
                  <a:pt x="152780" y="1766557"/>
                </a:lnTo>
                <a:lnTo>
                  <a:pt x="173989" y="1707184"/>
                </a:lnTo>
                <a:lnTo>
                  <a:pt x="193675" y="1641411"/>
                </a:lnTo>
                <a:lnTo>
                  <a:pt x="211708" y="1569973"/>
                </a:lnTo>
                <a:lnTo>
                  <a:pt x="220090" y="1532509"/>
                </a:lnTo>
                <a:lnTo>
                  <a:pt x="227964" y="1493773"/>
                </a:lnTo>
                <a:lnTo>
                  <a:pt x="235330" y="1453769"/>
                </a:lnTo>
                <a:lnTo>
                  <a:pt x="242188" y="1413129"/>
                </a:lnTo>
                <a:lnTo>
                  <a:pt x="248665" y="1371473"/>
                </a:lnTo>
                <a:lnTo>
                  <a:pt x="254380" y="1328928"/>
                </a:lnTo>
                <a:lnTo>
                  <a:pt x="259587" y="1285748"/>
                </a:lnTo>
                <a:lnTo>
                  <a:pt x="264159" y="1242059"/>
                </a:lnTo>
                <a:lnTo>
                  <a:pt x="268096" y="1197737"/>
                </a:lnTo>
                <a:lnTo>
                  <a:pt x="271271" y="1152906"/>
                </a:lnTo>
                <a:lnTo>
                  <a:pt x="273938" y="1107820"/>
                </a:lnTo>
                <a:lnTo>
                  <a:pt x="275843" y="1062482"/>
                </a:lnTo>
                <a:lnTo>
                  <a:pt x="276859" y="1016762"/>
                </a:lnTo>
                <a:lnTo>
                  <a:pt x="277240" y="971295"/>
                </a:lnTo>
                <a:lnTo>
                  <a:pt x="278002" y="925830"/>
                </a:lnTo>
                <a:lnTo>
                  <a:pt x="279145" y="880490"/>
                </a:lnTo>
                <a:lnTo>
                  <a:pt x="281050" y="835406"/>
                </a:lnTo>
                <a:lnTo>
                  <a:pt x="283590" y="790575"/>
                </a:lnTo>
                <a:lnTo>
                  <a:pt x="286892" y="746125"/>
                </a:lnTo>
                <a:lnTo>
                  <a:pt x="290829" y="702056"/>
                </a:lnTo>
                <a:lnTo>
                  <a:pt x="295401" y="658621"/>
                </a:lnTo>
                <a:lnTo>
                  <a:pt x="300481" y="615695"/>
                </a:lnTo>
                <a:lnTo>
                  <a:pt x="306323" y="573532"/>
                </a:lnTo>
                <a:lnTo>
                  <a:pt x="312546" y="532130"/>
                </a:lnTo>
                <a:lnTo>
                  <a:pt x="319531" y="491744"/>
                </a:lnTo>
                <a:lnTo>
                  <a:pt x="326771" y="452246"/>
                </a:lnTo>
                <a:lnTo>
                  <a:pt x="334645" y="413893"/>
                </a:lnTo>
                <a:lnTo>
                  <a:pt x="343026" y="376555"/>
                </a:lnTo>
                <a:lnTo>
                  <a:pt x="360806" y="305943"/>
                </a:lnTo>
                <a:lnTo>
                  <a:pt x="380364" y="240919"/>
                </a:lnTo>
                <a:lnTo>
                  <a:pt x="401192" y="182625"/>
                </a:lnTo>
                <a:lnTo>
                  <a:pt x="423036" y="131318"/>
                </a:lnTo>
                <a:lnTo>
                  <a:pt x="445642" y="88011"/>
                </a:lnTo>
                <a:lnTo>
                  <a:pt x="468883" y="53720"/>
                </a:lnTo>
                <a:lnTo>
                  <a:pt x="473161" y="48513"/>
                </a:lnTo>
                <a:lnTo>
                  <a:pt x="472566" y="48513"/>
                </a:lnTo>
                <a:lnTo>
                  <a:pt x="474543" y="46769"/>
                </a:lnTo>
                <a:lnTo>
                  <a:pt x="474501" y="46608"/>
                </a:lnTo>
                <a:lnTo>
                  <a:pt x="465206" y="30498"/>
                </a:lnTo>
                <a:close/>
              </a:path>
              <a:path extrusionOk="0" h="1951989" w="535940">
                <a:moveTo>
                  <a:pt x="519839" y="23749"/>
                </a:moveTo>
                <a:lnTo>
                  <a:pt x="475233" y="23749"/>
                </a:lnTo>
                <a:lnTo>
                  <a:pt x="485775" y="39624"/>
                </a:lnTo>
                <a:lnTo>
                  <a:pt x="474751" y="47043"/>
                </a:lnTo>
                <a:lnTo>
                  <a:pt x="488569" y="70993"/>
                </a:lnTo>
                <a:lnTo>
                  <a:pt x="519839" y="23749"/>
                </a:lnTo>
                <a:close/>
              </a:path>
              <a:path extrusionOk="0" h="1951989" w="535940">
                <a:moveTo>
                  <a:pt x="474594" y="46769"/>
                </a:moveTo>
                <a:lnTo>
                  <a:pt x="474233" y="47043"/>
                </a:lnTo>
                <a:lnTo>
                  <a:pt x="472566" y="48513"/>
                </a:lnTo>
                <a:lnTo>
                  <a:pt x="473895" y="47619"/>
                </a:lnTo>
                <a:lnTo>
                  <a:pt x="474594" y="46769"/>
                </a:lnTo>
                <a:close/>
              </a:path>
              <a:path extrusionOk="0" h="1951989" w="535940">
                <a:moveTo>
                  <a:pt x="473895" y="47619"/>
                </a:moveTo>
                <a:lnTo>
                  <a:pt x="472566" y="48513"/>
                </a:lnTo>
                <a:lnTo>
                  <a:pt x="473161" y="48513"/>
                </a:lnTo>
                <a:lnTo>
                  <a:pt x="473895" y="47619"/>
                </a:lnTo>
                <a:close/>
              </a:path>
              <a:path extrusionOk="0" h="1951989" w="535940">
                <a:moveTo>
                  <a:pt x="474594" y="46769"/>
                </a:moveTo>
                <a:lnTo>
                  <a:pt x="473895" y="47619"/>
                </a:lnTo>
                <a:lnTo>
                  <a:pt x="474751" y="47043"/>
                </a:lnTo>
                <a:lnTo>
                  <a:pt x="474594" y="46769"/>
                </a:lnTo>
                <a:close/>
              </a:path>
              <a:path extrusionOk="0" h="1951989" w="535940">
                <a:moveTo>
                  <a:pt x="475397" y="46608"/>
                </a:moveTo>
                <a:lnTo>
                  <a:pt x="474725" y="46608"/>
                </a:lnTo>
                <a:lnTo>
                  <a:pt x="474594" y="46769"/>
                </a:lnTo>
                <a:lnTo>
                  <a:pt x="474751" y="47043"/>
                </a:lnTo>
                <a:lnTo>
                  <a:pt x="475397" y="46608"/>
                </a:lnTo>
                <a:close/>
              </a:path>
              <a:path extrusionOk="0" h="1951989" w="535940">
                <a:moveTo>
                  <a:pt x="475233" y="23749"/>
                </a:moveTo>
                <a:lnTo>
                  <a:pt x="465206" y="30498"/>
                </a:lnTo>
                <a:lnTo>
                  <a:pt x="474501" y="46608"/>
                </a:lnTo>
                <a:lnTo>
                  <a:pt x="474594" y="46769"/>
                </a:lnTo>
                <a:lnTo>
                  <a:pt x="474725" y="46608"/>
                </a:lnTo>
                <a:lnTo>
                  <a:pt x="475397" y="46608"/>
                </a:lnTo>
                <a:lnTo>
                  <a:pt x="485775" y="39624"/>
                </a:lnTo>
                <a:lnTo>
                  <a:pt x="475233" y="23749"/>
                </a:lnTo>
                <a:close/>
              </a:path>
              <a:path extrusionOk="0" h="1951989" w="535940">
                <a:moveTo>
                  <a:pt x="535558" y="0"/>
                </a:moveTo>
                <a:lnTo>
                  <a:pt x="450469" y="4952"/>
                </a:lnTo>
                <a:lnTo>
                  <a:pt x="465206" y="30498"/>
                </a:lnTo>
                <a:lnTo>
                  <a:pt x="475233" y="23749"/>
                </a:lnTo>
                <a:lnTo>
                  <a:pt x="519839" y="23749"/>
                </a:lnTo>
                <a:lnTo>
                  <a:pt x="535558" y="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Database Agent Workflow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506467" y="3502152"/>
            <a:ext cx="1009015" cy="774700"/>
          </a:xfrm>
          <a:custGeom>
            <a:rect b="b" l="l" r="r" t="t"/>
            <a:pathLst>
              <a:path extrusionOk="0" h="774700" w="1009014">
                <a:moveTo>
                  <a:pt x="0" y="40513"/>
                </a:moveTo>
                <a:lnTo>
                  <a:pt x="3186" y="24753"/>
                </a:lnTo>
                <a:lnTo>
                  <a:pt x="11874" y="11874"/>
                </a:lnTo>
                <a:lnTo>
                  <a:pt x="24753" y="3186"/>
                </a:lnTo>
                <a:lnTo>
                  <a:pt x="40512" y="0"/>
                </a:lnTo>
                <a:lnTo>
                  <a:pt x="968375" y="0"/>
                </a:lnTo>
                <a:lnTo>
                  <a:pt x="984134" y="3186"/>
                </a:lnTo>
                <a:lnTo>
                  <a:pt x="997013" y="11874"/>
                </a:lnTo>
                <a:lnTo>
                  <a:pt x="1005701" y="24753"/>
                </a:lnTo>
                <a:lnTo>
                  <a:pt x="1008888" y="40513"/>
                </a:lnTo>
                <a:lnTo>
                  <a:pt x="1008888" y="733691"/>
                </a:lnTo>
                <a:lnTo>
                  <a:pt x="1005701" y="749454"/>
                </a:lnTo>
                <a:lnTo>
                  <a:pt x="997013" y="762328"/>
                </a:lnTo>
                <a:lnTo>
                  <a:pt x="984134" y="771008"/>
                </a:lnTo>
                <a:lnTo>
                  <a:pt x="968375" y="774192"/>
                </a:lnTo>
                <a:lnTo>
                  <a:pt x="40512" y="774192"/>
                </a:lnTo>
                <a:lnTo>
                  <a:pt x="24753" y="771008"/>
                </a:lnTo>
                <a:lnTo>
                  <a:pt x="11874" y="762328"/>
                </a:lnTo>
                <a:lnTo>
                  <a:pt x="3186" y="749454"/>
                </a:lnTo>
                <a:lnTo>
                  <a:pt x="0" y="733691"/>
                </a:lnTo>
                <a:lnTo>
                  <a:pt x="0" y="40513"/>
                </a:lnTo>
                <a:close/>
              </a:path>
            </a:pathLst>
          </a:custGeom>
          <a:noFill/>
          <a:ln cap="flat" cmpd="sng" w="9525">
            <a:solidFill>
              <a:srgbClr val="ED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4512823" y="3577208"/>
            <a:ext cx="99631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12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41248" y="1299971"/>
            <a:ext cx="3286125" cy="1614170"/>
          </a:xfrm>
          <a:custGeom>
            <a:rect b="b" l="l" r="r" t="t"/>
            <a:pathLst>
              <a:path extrusionOk="0" h="1614170" w="3286125">
                <a:moveTo>
                  <a:pt x="2325624" y="679704"/>
                </a:moveTo>
                <a:lnTo>
                  <a:pt x="947928" y="679704"/>
                </a:lnTo>
                <a:lnTo>
                  <a:pt x="947928" y="1613916"/>
                </a:lnTo>
                <a:lnTo>
                  <a:pt x="2325624" y="1613916"/>
                </a:lnTo>
                <a:lnTo>
                  <a:pt x="2325624" y="679704"/>
                </a:lnTo>
                <a:close/>
              </a:path>
              <a:path extrusionOk="0" h="1614170" w="3286125">
                <a:moveTo>
                  <a:pt x="3285744" y="39878"/>
                </a:moveTo>
                <a:lnTo>
                  <a:pt x="3282594" y="24384"/>
                </a:lnTo>
                <a:lnTo>
                  <a:pt x="3274034" y="11709"/>
                </a:lnTo>
                <a:lnTo>
                  <a:pt x="3261360" y="3149"/>
                </a:lnTo>
                <a:lnTo>
                  <a:pt x="3245866" y="0"/>
                </a:lnTo>
                <a:lnTo>
                  <a:pt x="39878" y="0"/>
                </a:lnTo>
                <a:lnTo>
                  <a:pt x="24345" y="3149"/>
                </a:lnTo>
                <a:lnTo>
                  <a:pt x="11671" y="11709"/>
                </a:lnTo>
                <a:lnTo>
                  <a:pt x="3124" y="24384"/>
                </a:lnTo>
                <a:lnTo>
                  <a:pt x="0" y="39878"/>
                </a:lnTo>
                <a:lnTo>
                  <a:pt x="0" y="199390"/>
                </a:lnTo>
                <a:lnTo>
                  <a:pt x="3124" y="214896"/>
                </a:lnTo>
                <a:lnTo>
                  <a:pt x="11671" y="227571"/>
                </a:lnTo>
                <a:lnTo>
                  <a:pt x="24345" y="236131"/>
                </a:lnTo>
                <a:lnTo>
                  <a:pt x="39878" y="239268"/>
                </a:lnTo>
                <a:lnTo>
                  <a:pt x="3245866" y="239268"/>
                </a:lnTo>
                <a:lnTo>
                  <a:pt x="3261360" y="236131"/>
                </a:lnTo>
                <a:lnTo>
                  <a:pt x="3274034" y="227571"/>
                </a:lnTo>
                <a:lnTo>
                  <a:pt x="3282594" y="214896"/>
                </a:lnTo>
                <a:lnTo>
                  <a:pt x="3285744" y="199390"/>
                </a:lnTo>
                <a:lnTo>
                  <a:pt x="3285744" y="39878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939495" y="1316862"/>
            <a:ext cx="30873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many customers subscribed to the term deposit?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446020" y="1539239"/>
            <a:ext cx="76200" cy="695325"/>
          </a:xfrm>
          <a:custGeom>
            <a:rect b="b" l="l" r="r" t="t"/>
            <a:pathLst>
              <a:path extrusionOk="0" h="695325" w="76200">
                <a:moveTo>
                  <a:pt x="31750" y="618871"/>
                </a:moveTo>
                <a:lnTo>
                  <a:pt x="0" y="618871"/>
                </a:lnTo>
                <a:lnTo>
                  <a:pt x="38100" y="695071"/>
                </a:lnTo>
                <a:lnTo>
                  <a:pt x="69850" y="631571"/>
                </a:lnTo>
                <a:lnTo>
                  <a:pt x="31750" y="631571"/>
                </a:lnTo>
                <a:lnTo>
                  <a:pt x="31750" y="618871"/>
                </a:lnTo>
                <a:close/>
              </a:path>
              <a:path extrusionOk="0" h="695325" w="76200">
                <a:moveTo>
                  <a:pt x="44450" y="0"/>
                </a:moveTo>
                <a:lnTo>
                  <a:pt x="31750" y="0"/>
                </a:lnTo>
                <a:lnTo>
                  <a:pt x="31750" y="631571"/>
                </a:lnTo>
                <a:lnTo>
                  <a:pt x="44450" y="631571"/>
                </a:lnTo>
                <a:lnTo>
                  <a:pt x="44450" y="0"/>
                </a:lnTo>
                <a:close/>
              </a:path>
              <a:path extrusionOk="0" h="695325" w="76200">
                <a:moveTo>
                  <a:pt x="76200" y="618871"/>
                </a:moveTo>
                <a:lnTo>
                  <a:pt x="44450" y="618871"/>
                </a:lnTo>
                <a:lnTo>
                  <a:pt x="44450" y="631571"/>
                </a:lnTo>
                <a:lnTo>
                  <a:pt x="69850" y="631571"/>
                </a:lnTo>
                <a:lnTo>
                  <a:pt x="76200" y="61887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2084832" y="2234183"/>
            <a:ext cx="798830" cy="426720"/>
          </a:xfrm>
          <a:prstGeom prst="rect">
            <a:avLst/>
          </a:prstGeom>
          <a:solidFill>
            <a:srgbClr val="3B78D7"/>
          </a:solidFill>
          <a:ln>
            <a:noFill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0" lvl="0" marL="108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9"/>
          <p:cNvGrpSpPr/>
          <p:nvPr/>
        </p:nvGrpSpPr>
        <p:grpSpPr>
          <a:xfrm>
            <a:off x="1424939" y="2660904"/>
            <a:ext cx="3726111" cy="1639824"/>
            <a:chOff x="1424939" y="2660904"/>
            <a:chExt cx="3726111" cy="1639824"/>
          </a:xfrm>
        </p:grpSpPr>
        <p:pic>
          <p:nvPicPr>
            <p:cNvPr id="175" name="Google Shape;17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75366" y="3811524"/>
              <a:ext cx="275684" cy="3078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9"/>
            <p:cNvSpPr/>
            <p:nvPr/>
          </p:nvSpPr>
          <p:spPr>
            <a:xfrm>
              <a:off x="2446019" y="2660904"/>
              <a:ext cx="76200" cy="817880"/>
            </a:xfrm>
            <a:custGeom>
              <a:rect b="b" l="l" r="r" t="t"/>
              <a:pathLst>
                <a:path extrusionOk="0" h="817879" w="76200">
                  <a:moveTo>
                    <a:pt x="31750" y="741552"/>
                  </a:moveTo>
                  <a:lnTo>
                    <a:pt x="0" y="741552"/>
                  </a:lnTo>
                  <a:lnTo>
                    <a:pt x="38100" y="817752"/>
                  </a:lnTo>
                  <a:lnTo>
                    <a:pt x="69850" y="754252"/>
                  </a:lnTo>
                  <a:lnTo>
                    <a:pt x="31750" y="754252"/>
                  </a:lnTo>
                  <a:lnTo>
                    <a:pt x="31750" y="741552"/>
                  </a:lnTo>
                  <a:close/>
                </a:path>
                <a:path extrusionOk="0" h="817879" w="76200">
                  <a:moveTo>
                    <a:pt x="44450" y="0"/>
                  </a:moveTo>
                  <a:lnTo>
                    <a:pt x="31750" y="0"/>
                  </a:lnTo>
                  <a:lnTo>
                    <a:pt x="31750" y="754252"/>
                  </a:lnTo>
                  <a:lnTo>
                    <a:pt x="44450" y="754252"/>
                  </a:lnTo>
                  <a:lnTo>
                    <a:pt x="44450" y="0"/>
                  </a:lnTo>
                  <a:close/>
                </a:path>
                <a:path extrusionOk="0" h="817879" w="76200">
                  <a:moveTo>
                    <a:pt x="76200" y="741552"/>
                  </a:moveTo>
                  <a:lnTo>
                    <a:pt x="44450" y="741552"/>
                  </a:lnTo>
                  <a:lnTo>
                    <a:pt x="44450" y="754252"/>
                  </a:lnTo>
                  <a:lnTo>
                    <a:pt x="69850" y="754252"/>
                  </a:lnTo>
                  <a:lnTo>
                    <a:pt x="76200" y="741552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1424939" y="3477768"/>
              <a:ext cx="2118360" cy="822960"/>
            </a:xfrm>
            <a:custGeom>
              <a:rect b="b" l="l" r="r" t="t"/>
              <a:pathLst>
                <a:path extrusionOk="0" h="822960" w="2118360">
                  <a:moveTo>
                    <a:pt x="1981200" y="0"/>
                  </a:moveTo>
                  <a:lnTo>
                    <a:pt x="137159" y="0"/>
                  </a:ln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6998" y="729154"/>
                  </a:lnTo>
                  <a:lnTo>
                    <a:pt x="26481" y="766806"/>
                  </a:lnTo>
                  <a:lnTo>
                    <a:pt x="56180" y="796497"/>
                  </a:lnTo>
                  <a:lnTo>
                    <a:pt x="93829" y="815967"/>
                  </a:lnTo>
                  <a:lnTo>
                    <a:pt x="137159" y="822959"/>
                  </a:lnTo>
                  <a:lnTo>
                    <a:pt x="1981200" y="822959"/>
                  </a:lnTo>
                  <a:lnTo>
                    <a:pt x="2024530" y="815967"/>
                  </a:lnTo>
                  <a:lnTo>
                    <a:pt x="2062179" y="796497"/>
                  </a:lnTo>
                  <a:lnTo>
                    <a:pt x="2091878" y="766806"/>
                  </a:lnTo>
                  <a:lnTo>
                    <a:pt x="2111361" y="729154"/>
                  </a:lnTo>
                  <a:lnTo>
                    <a:pt x="2118360" y="685799"/>
                  </a:lnTo>
                  <a:lnTo>
                    <a:pt x="2118360" y="137159"/>
                  </a:lnTo>
                  <a:lnTo>
                    <a:pt x="2111361" y="93829"/>
                  </a:lnTo>
                  <a:lnTo>
                    <a:pt x="2091878" y="56180"/>
                  </a:lnTo>
                  <a:lnTo>
                    <a:pt x="2062179" y="26481"/>
                  </a:lnTo>
                  <a:lnTo>
                    <a:pt x="2024530" y="6998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" name="Google Shape;178;p9"/>
          <p:cNvSpPr txBox="1"/>
          <p:nvPr/>
        </p:nvSpPr>
        <p:spPr>
          <a:xfrm>
            <a:off x="1543303" y="3483355"/>
            <a:ext cx="1793875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action: I should query the database to count number of users with subscribed_status = ‘Yes’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Action_input: &lt;SQL Query&gt;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9"/>
          <p:cNvGrpSpPr/>
          <p:nvPr/>
        </p:nvGrpSpPr>
        <p:grpSpPr>
          <a:xfrm>
            <a:off x="3543300" y="2799588"/>
            <a:ext cx="4355845" cy="1558035"/>
            <a:chOff x="3543300" y="2799588"/>
            <a:chExt cx="4355845" cy="1558035"/>
          </a:xfrm>
        </p:grpSpPr>
        <p:sp>
          <p:nvSpPr>
            <p:cNvPr id="180" name="Google Shape;180;p9"/>
            <p:cNvSpPr/>
            <p:nvPr/>
          </p:nvSpPr>
          <p:spPr>
            <a:xfrm>
              <a:off x="3543300" y="3851148"/>
              <a:ext cx="963930" cy="76835"/>
            </a:xfrm>
            <a:custGeom>
              <a:rect b="b" l="l" r="r" t="t"/>
              <a:pathLst>
                <a:path extrusionOk="0" h="76835" w="963929">
                  <a:moveTo>
                    <a:pt x="887729" y="0"/>
                  </a:moveTo>
                  <a:lnTo>
                    <a:pt x="887729" y="76250"/>
                  </a:lnTo>
                  <a:lnTo>
                    <a:pt x="951155" y="44495"/>
                  </a:lnTo>
                  <a:lnTo>
                    <a:pt x="900429" y="44495"/>
                  </a:lnTo>
                  <a:lnTo>
                    <a:pt x="900429" y="31795"/>
                  </a:lnTo>
                  <a:lnTo>
                    <a:pt x="951321" y="31795"/>
                  </a:lnTo>
                  <a:lnTo>
                    <a:pt x="887729" y="0"/>
                  </a:lnTo>
                  <a:close/>
                </a:path>
                <a:path extrusionOk="0" h="76835" w="963929">
                  <a:moveTo>
                    <a:pt x="887729" y="31795"/>
                  </a:moveTo>
                  <a:lnTo>
                    <a:pt x="0" y="32346"/>
                  </a:lnTo>
                  <a:lnTo>
                    <a:pt x="0" y="45046"/>
                  </a:lnTo>
                  <a:lnTo>
                    <a:pt x="887729" y="44495"/>
                  </a:lnTo>
                  <a:lnTo>
                    <a:pt x="887729" y="31795"/>
                  </a:lnTo>
                  <a:close/>
                </a:path>
                <a:path extrusionOk="0" h="76835" w="963929">
                  <a:moveTo>
                    <a:pt x="951321" y="31795"/>
                  </a:moveTo>
                  <a:lnTo>
                    <a:pt x="900429" y="31795"/>
                  </a:lnTo>
                  <a:lnTo>
                    <a:pt x="900429" y="44495"/>
                  </a:lnTo>
                  <a:lnTo>
                    <a:pt x="951155" y="44495"/>
                  </a:lnTo>
                  <a:lnTo>
                    <a:pt x="963929" y="38099"/>
                  </a:lnTo>
                  <a:lnTo>
                    <a:pt x="951321" y="31795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6521195" y="3422904"/>
              <a:ext cx="1377950" cy="934719"/>
            </a:xfrm>
            <a:custGeom>
              <a:rect b="b" l="l" r="r" t="t"/>
              <a:pathLst>
                <a:path extrusionOk="0" h="934720" w="1377950">
                  <a:moveTo>
                    <a:pt x="1377696" y="0"/>
                  </a:moveTo>
                  <a:lnTo>
                    <a:pt x="0" y="0"/>
                  </a:lnTo>
                  <a:lnTo>
                    <a:pt x="0" y="934212"/>
                  </a:lnTo>
                  <a:lnTo>
                    <a:pt x="1377696" y="934212"/>
                  </a:lnTo>
                  <a:lnTo>
                    <a:pt x="1377696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7171944" y="2799588"/>
              <a:ext cx="76200" cy="622300"/>
            </a:xfrm>
            <a:custGeom>
              <a:rect b="b" l="l" r="r" t="t"/>
              <a:pathLst>
                <a:path extrusionOk="0" h="622300" w="762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22173"/>
                  </a:lnTo>
                  <a:lnTo>
                    <a:pt x="44450" y="622173"/>
                  </a:lnTo>
                  <a:lnTo>
                    <a:pt x="44450" y="63500"/>
                  </a:lnTo>
                  <a:close/>
                </a:path>
                <a:path extrusionOk="0" h="622300" w="762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extrusionOk="0" h="622300" w="762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9"/>
          <p:cNvSpPr txBox="1"/>
          <p:nvPr/>
        </p:nvSpPr>
        <p:spPr>
          <a:xfrm>
            <a:off x="6816852" y="3675888"/>
            <a:ext cx="798830" cy="426720"/>
          </a:xfrm>
          <a:prstGeom prst="rect">
            <a:avLst/>
          </a:prstGeom>
          <a:solidFill>
            <a:srgbClr val="3B78D7"/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092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9"/>
          <p:cNvGrpSpPr/>
          <p:nvPr/>
        </p:nvGrpSpPr>
        <p:grpSpPr>
          <a:xfrm>
            <a:off x="5515355" y="2561844"/>
            <a:ext cx="3039110" cy="1366646"/>
            <a:chOff x="5515355" y="2561844"/>
            <a:chExt cx="3039110" cy="1366646"/>
          </a:xfrm>
        </p:grpSpPr>
        <p:sp>
          <p:nvSpPr>
            <p:cNvPr id="185" name="Google Shape;185;p9"/>
            <p:cNvSpPr/>
            <p:nvPr/>
          </p:nvSpPr>
          <p:spPr>
            <a:xfrm>
              <a:off x="5515355" y="3851655"/>
              <a:ext cx="1005840" cy="76835"/>
            </a:xfrm>
            <a:custGeom>
              <a:rect b="b" l="l" r="r" t="t"/>
              <a:pathLst>
                <a:path extrusionOk="0" h="76835" w="1005840">
                  <a:moveTo>
                    <a:pt x="929386" y="0"/>
                  </a:moveTo>
                  <a:lnTo>
                    <a:pt x="929386" y="76250"/>
                  </a:lnTo>
                  <a:lnTo>
                    <a:pt x="992949" y="44500"/>
                  </a:lnTo>
                  <a:lnTo>
                    <a:pt x="942086" y="44500"/>
                  </a:lnTo>
                  <a:lnTo>
                    <a:pt x="942086" y="31800"/>
                  </a:lnTo>
                  <a:lnTo>
                    <a:pt x="992839" y="31800"/>
                  </a:lnTo>
                  <a:lnTo>
                    <a:pt x="929386" y="0"/>
                  </a:lnTo>
                  <a:close/>
                </a:path>
                <a:path extrusionOk="0" h="76835" w="1005840">
                  <a:moveTo>
                    <a:pt x="0" y="31242"/>
                  </a:moveTo>
                  <a:lnTo>
                    <a:pt x="0" y="43942"/>
                  </a:lnTo>
                  <a:lnTo>
                    <a:pt x="942086" y="44500"/>
                  </a:lnTo>
                  <a:lnTo>
                    <a:pt x="929386" y="44500"/>
                  </a:lnTo>
                  <a:lnTo>
                    <a:pt x="929386" y="31800"/>
                  </a:lnTo>
                  <a:lnTo>
                    <a:pt x="942086" y="31800"/>
                  </a:lnTo>
                  <a:lnTo>
                    <a:pt x="0" y="31242"/>
                  </a:lnTo>
                  <a:close/>
                </a:path>
                <a:path extrusionOk="0" h="76835" w="1005840">
                  <a:moveTo>
                    <a:pt x="992839" y="31800"/>
                  </a:moveTo>
                  <a:lnTo>
                    <a:pt x="942086" y="31800"/>
                  </a:lnTo>
                  <a:lnTo>
                    <a:pt x="942086" y="44500"/>
                  </a:lnTo>
                  <a:lnTo>
                    <a:pt x="992949" y="44500"/>
                  </a:lnTo>
                  <a:lnTo>
                    <a:pt x="1005586" y="38188"/>
                  </a:lnTo>
                  <a:lnTo>
                    <a:pt x="992839" y="3180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5865875" y="2561844"/>
              <a:ext cx="2688590" cy="238125"/>
            </a:xfrm>
            <a:custGeom>
              <a:rect b="b" l="l" r="r" t="t"/>
              <a:pathLst>
                <a:path extrusionOk="0" h="238125" w="2688590">
                  <a:moveTo>
                    <a:pt x="2648712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4"/>
                  </a:lnTo>
                  <a:lnTo>
                    <a:pt x="0" y="198119"/>
                  </a:lnTo>
                  <a:lnTo>
                    <a:pt x="3119" y="213526"/>
                  </a:lnTo>
                  <a:lnTo>
                    <a:pt x="11620" y="226123"/>
                  </a:lnTo>
                  <a:lnTo>
                    <a:pt x="24217" y="234624"/>
                  </a:lnTo>
                  <a:lnTo>
                    <a:pt x="39624" y="237744"/>
                  </a:lnTo>
                  <a:lnTo>
                    <a:pt x="2648712" y="237744"/>
                  </a:lnTo>
                  <a:lnTo>
                    <a:pt x="2664118" y="234624"/>
                  </a:lnTo>
                  <a:lnTo>
                    <a:pt x="2676715" y="226123"/>
                  </a:lnTo>
                  <a:lnTo>
                    <a:pt x="2685216" y="213526"/>
                  </a:lnTo>
                  <a:lnTo>
                    <a:pt x="2688335" y="198119"/>
                  </a:lnTo>
                  <a:lnTo>
                    <a:pt x="2688335" y="39624"/>
                  </a:lnTo>
                  <a:lnTo>
                    <a:pt x="2685216" y="24217"/>
                  </a:lnTo>
                  <a:lnTo>
                    <a:pt x="2676715" y="11620"/>
                  </a:lnTo>
                  <a:lnTo>
                    <a:pt x="2664118" y="3119"/>
                  </a:lnTo>
                  <a:lnTo>
                    <a:pt x="264871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9"/>
          <p:cNvSpPr txBox="1"/>
          <p:nvPr/>
        </p:nvSpPr>
        <p:spPr>
          <a:xfrm>
            <a:off x="6021451" y="2578988"/>
            <a:ext cx="23768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5,289 users subscribed to a term deposit.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4881117" y="4284675"/>
            <a:ext cx="2921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6313170" y="1436369"/>
            <a:ext cx="930275" cy="1315720"/>
          </a:xfrm>
          <a:custGeom>
            <a:rect b="b" l="l" r="r" t="t"/>
            <a:pathLst>
              <a:path extrusionOk="0" h="1315720" w="930275">
                <a:moveTo>
                  <a:pt x="930275" y="38100"/>
                </a:moveTo>
                <a:lnTo>
                  <a:pt x="911225" y="28575"/>
                </a:lnTo>
                <a:lnTo>
                  <a:pt x="854075" y="0"/>
                </a:lnTo>
                <a:lnTo>
                  <a:pt x="854075" y="28575"/>
                </a:lnTo>
                <a:lnTo>
                  <a:pt x="459867" y="28575"/>
                </a:lnTo>
                <a:lnTo>
                  <a:pt x="455549" y="32893"/>
                </a:lnTo>
                <a:lnTo>
                  <a:pt x="455549" y="641223"/>
                </a:lnTo>
                <a:lnTo>
                  <a:pt x="0" y="641223"/>
                </a:lnTo>
                <a:lnTo>
                  <a:pt x="0" y="642620"/>
                </a:lnTo>
                <a:lnTo>
                  <a:pt x="0" y="660273"/>
                </a:lnTo>
                <a:lnTo>
                  <a:pt x="0" y="661670"/>
                </a:lnTo>
                <a:lnTo>
                  <a:pt x="455549" y="661670"/>
                </a:lnTo>
                <a:lnTo>
                  <a:pt x="455549" y="1282446"/>
                </a:lnTo>
                <a:lnTo>
                  <a:pt x="459867" y="1286637"/>
                </a:lnTo>
                <a:lnTo>
                  <a:pt x="854075" y="1286637"/>
                </a:lnTo>
                <a:lnTo>
                  <a:pt x="854075" y="1315212"/>
                </a:lnTo>
                <a:lnTo>
                  <a:pt x="911225" y="1286637"/>
                </a:lnTo>
                <a:lnTo>
                  <a:pt x="930275" y="1277112"/>
                </a:lnTo>
                <a:lnTo>
                  <a:pt x="911225" y="1267587"/>
                </a:lnTo>
                <a:lnTo>
                  <a:pt x="854075" y="1239012"/>
                </a:lnTo>
                <a:lnTo>
                  <a:pt x="854075" y="1267587"/>
                </a:lnTo>
                <a:lnTo>
                  <a:pt x="474599" y="1267587"/>
                </a:lnTo>
                <a:lnTo>
                  <a:pt x="474599" y="47625"/>
                </a:lnTo>
                <a:lnTo>
                  <a:pt x="854075" y="47625"/>
                </a:lnTo>
                <a:lnTo>
                  <a:pt x="854075" y="76200"/>
                </a:lnTo>
                <a:lnTo>
                  <a:pt x="911225" y="47625"/>
                </a:lnTo>
                <a:lnTo>
                  <a:pt x="930275" y="38100"/>
                </a:lnTo>
                <a:close/>
              </a:path>
            </a:pathLst>
          </a:cu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Implementing an Agentic Workflow</a:t>
            </a:r>
            <a:endParaRPr/>
          </a:p>
        </p:txBody>
      </p:sp>
      <p:grpSp>
        <p:nvGrpSpPr>
          <p:cNvPr id="195" name="Google Shape;195;p10"/>
          <p:cNvGrpSpPr/>
          <p:nvPr/>
        </p:nvGrpSpPr>
        <p:grpSpPr>
          <a:xfrm>
            <a:off x="2585466" y="2829305"/>
            <a:ext cx="1416050" cy="1485900"/>
            <a:chOff x="2585466" y="2829305"/>
            <a:chExt cx="1416050" cy="1485900"/>
          </a:xfrm>
        </p:grpSpPr>
        <p:sp>
          <p:nvSpPr>
            <p:cNvPr id="196" name="Google Shape;196;p10"/>
            <p:cNvSpPr/>
            <p:nvPr/>
          </p:nvSpPr>
          <p:spPr>
            <a:xfrm>
              <a:off x="2585466" y="2829305"/>
              <a:ext cx="1416050" cy="1485900"/>
            </a:xfrm>
            <a:custGeom>
              <a:rect b="b" l="l" r="r" t="t"/>
              <a:pathLst>
                <a:path extrusionOk="0" h="1485900" w="1416050">
                  <a:moveTo>
                    <a:pt x="1415795" y="0"/>
                  </a:moveTo>
                  <a:lnTo>
                    <a:pt x="0" y="0"/>
                  </a:lnTo>
                  <a:lnTo>
                    <a:pt x="0" y="1485900"/>
                  </a:lnTo>
                  <a:lnTo>
                    <a:pt x="1415795" y="1485900"/>
                  </a:lnTo>
                  <a:lnTo>
                    <a:pt x="1415795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2585466" y="2829305"/>
              <a:ext cx="1416050" cy="1485900"/>
            </a:xfrm>
            <a:custGeom>
              <a:rect b="b" l="l" r="r" t="t"/>
              <a:pathLst>
                <a:path extrusionOk="0" h="1485900" w="1416050">
                  <a:moveTo>
                    <a:pt x="0" y="1485900"/>
                  </a:moveTo>
                  <a:lnTo>
                    <a:pt x="1415795" y="1485900"/>
                  </a:lnTo>
                  <a:lnTo>
                    <a:pt x="1415795" y="0"/>
                  </a:lnTo>
                  <a:lnTo>
                    <a:pt x="0" y="0"/>
                  </a:lnTo>
                  <a:lnTo>
                    <a:pt x="0" y="148590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36" y="1566681"/>
            <a:ext cx="615696" cy="69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699516" y="2263139"/>
            <a:ext cx="783590" cy="445134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4901184" y="1863851"/>
            <a:ext cx="1411605" cy="447040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txBody>
          <a:bodyPr anchorCtr="0" anchor="t" bIns="0" lIns="0" spcFirstLastPara="1" rIns="0" wrap="square" tIns="80000">
            <a:spAutoFit/>
          </a:bodyPr>
          <a:lstStyle/>
          <a:p>
            <a:pPr indent="0" lvl="0" marL="138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AgentFinish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2870454" y="1140078"/>
            <a:ext cx="89090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2791714" y="2855468"/>
            <a:ext cx="1025525" cy="139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603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Thought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ctr">
              <a:lnSpc>
                <a:spcPct val="2705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Observation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0"/>
          <p:cNvGrpSpPr/>
          <p:nvPr/>
        </p:nvGrpSpPr>
        <p:grpSpPr>
          <a:xfrm>
            <a:off x="3254247" y="3160014"/>
            <a:ext cx="82296" cy="823620"/>
            <a:chOff x="3254247" y="3160014"/>
            <a:chExt cx="82296" cy="823620"/>
          </a:xfrm>
        </p:grpSpPr>
        <p:pic>
          <p:nvPicPr>
            <p:cNvPr id="204" name="Google Shape;20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54247" y="3160014"/>
              <a:ext cx="76200" cy="24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60343" y="3737610"/>
              <a:ext cx="76200" cy="246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10"/>
          <p:cNvSpPr txBox="1"/>
          <p:nvPr/>
        </p:nvSpPr>
        <p:spPr>
          <a:xfrm>
            <a:off x="2943225" y="2575052"/>
            <a:ext cx="69977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6382511" y="2263139"/>
            <a:ext cx="695325" cy="330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295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443471" y="1562100"/>
            <a:ext cx="695325" cy="3308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40000">
            <a:spAutoFit/>
          </a:bodyPr>
          <a:lstStyle/>
          <a:p>
            <a:pPr indent="0" lvl="0" marL="1562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 txBox="1"/>
          <p:nvPr/>
        </p:nvSpPr>
        <p:spPr>
          <a:xfrm>
            <a:off x="7477125" y="1227582"/>
            <a:ext cx="66738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11874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7573136" y="2575052"/>
            <a:ext cx="47561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0"/>
          <p:cNvGrpSpPr/>
          <p:nvPr/>
        </p:nvGrpSpPr>
        <p:grpSpPr>
          <a:xfrm>
            <a:off x="1053846" y="1269872"/>
            <a:ext cx="6767195" cy="3280410"/>
            <a:chOff x="1053846" y="1269872"/>
            <a:chExt cx="6767195" cy="3280410"/>
          </a:xfrm>
        </p:grpSpPr>
        <p:sp>
          <p:nvSpPr>
            <p:cNvPr id="212" name="Google Shape;212;p10"/>
            <p:cNvSpPr/>
            <p:nvPr/>
          </p:nvSpPr>
          <p:spPr>
            <a:xfrm>
              <a:off x="1053846" y="1269872"/>
              <a:ext cx="6767195" cy="3280410"/>
            </a:xfrm>
            <a:custGeom>
              <a:rect b="b" l="l" r="r" t="t"/>
              <a:pathLst>
                <a:path extrusionOk="0" h="3280410" w="6767195">
                  <a:moveTo>
                    <a:pt x="1666113" y="0"/>
                  </a:moveTo>
                  <a:lnTo>
                    <a:pt x="1042670" y="0"/>
                  </a:lnTo>
                  <a:lnTo>
                    <a:pt x="1038352" y="4318"/>
                  </a:lnTo>
                  <a:lnTo>
                    <a:pt x="1038352" y="1206627"/>
                  </a:lnTo>
                  <a:lnTo>
                    <a:pt x="505968" y="1206627"/>
                  </a:lnTo>
                  <a:lnTo>
                    <a:pt x="505968" y="1178052"/>
                  </a:lnTo>
                  <a:lnTo>
                    <a:pt x="448056" y="1207008"/>
                  </a:lnTo>
                  <a:lnTo>
                    <a:pt x="429768" y="1207008"/>
                  </a:lnTo>
                  <a:lnTo>
                    <a:pt x="429768" y="1216152"/>
                  </a:lnTo>
                  <a:lnTo>
                    <a:pt x="429768" y="1226058"/>
                  </a:lnTo>
                  <a:lnTo>
                    <a:pt x="449580" y="1226058"/>
                  </a:lnTo>
                  <a:lnTo>
                    <a:pt x="505968" y="1254252"/>
                  </a:lnTo>
                  <a:lnTo>
                    <a:pt x="505968" y="1226058"/>
                  </a:lnTo>
                  <a:lnTo>
                    <a:pt x="1033272" y="1226058"/>
                  </a:lnTo>
                  <a:lnTo>
                    <a:pt x="1033272" y="2307209"/>
                  </a:lnTo>
                  <a:lnTo>
                    <a:pt x="1037463" y="2311400"/>
                  </a:lnTo>
                  <a:lnTo>
                    <a:pt x="1456055" y="2311400"/>
                  </a:lnTo>
                  <a:lnTo>
                    <a:pt x="1456055" y="2339975"/>
                  </a:lnTo>
                  <a:lnTo>
                    <a:pt x="1513205" y="2311400"/>
                  </a:lnTo>
                  <a:lnTo>
                    <a:pt x="1532255" y="2301875"/>
                  </a:lnTo>
                  <a:lnTo>
                    <a:pt x="1513205" y="2292350"/>
                  </a:lnTo>
                  <a:lnTo>
                    <a:pt x="1456055" y="2263775"/>
                  </a:lnTo>
                  <a:lnTo>
                    <a:pt x="1456055" y="2292350"/>
                  </a:lnTo>
                  <a:lnTo>
                    <a:pt x="1052322" y="2292350"/>
                  </a:lnTo>
                  <a:lnTo>
                    <a:pt x="1052322" y="1226058"/>
                  </a:lnTo>
                  <a:lnTo>
                    <a:pt x="1052322" y="1225677"/>
                  </a:lnTo>
                  <a:lnTo>
                    <a:pt x="1053084" y="1225677"/>
                  </a:lnTo>
                  <a:lnTo>
                    <a:pt x="1057402" y="1221359"/>
                  </a:lnTo>
                  <a:lnTo>
                    <a:pt x="1057402" y="1216152"/>
                  </a:lnTo>
                  <a:lnTo>
                    <a:pt x="1057402" y="1206627"/>
                  </a:lnTo>
                  <a:lnTo>
                    <a:pt x="1057402" y="19050"/>
                  </a:lnTo>
                  <a:lnTo>
                    <a:pt x="1666113" y="19050"/>
                  </a:lnTo>
                  <a:lnTo>
                    <a:pt x="1666113" y="9525"/>
                  </a:lnTo>
                  <a:lnTo>
                    <a:pt x="1666113" y="0"/>
                  </a:lnTo>
                  <a:close/>
                </a:path>
                <a:path extrusionOk="0" h="3280410" w="6767195">
                  <a:moveTo>
                    <a:pt x="3848481" y="817753"/>
                  </a:moveTo>
                  <a:lnTo>
                    <a:pt x="3829431" y="808228"/>
                  </a:lnTo>
                  <a:lnTo>
                    <a:pt x="3772281" y="779653"/>
                  </a:lnTo>
                  <a:lnTo>
                    <a:pt x="3772281" y="808228"/>
                  </a:lnTo>
                  <a:lnTo>
                    <a:pt x="3363214" y="808228"/>
                  </a:lnTo>
                  <a:lnTo>
                    <a:pt x="3363214" y="19050"/>
                  </a:lnTo>
                  <a:lnTo>
                    <a:pt x="3363214" y="9525"/>
                  </a:lnTo>
                  <a:lnTo>
                    <a:pt x="3363214" y="4318"/>
                  </a:lnTo>
                  <a:lnTo>
                    <a:pt x="3358896" y="0"/>
                  </a:lnTo>
                  <a:lnTo>
                    <a:pt x="2859024" y="0"/>
                  </a:lnTo>
                  <a:lnTo>
                    <a:pt x="2859024" y="19050"/>
                  </a:lnTo>
                  <a:lnTo>
                    <a:pt x="3344164" y="19050"/>
                  </a:lnTo>
                  <a:lnTo>
                    <a:pt x="3344164" y="822960"/>
                  </a:lnTo>
                  <a:lnTo>
                    <a:pt x="3348355" y="827278"/>
                  </a:lnTo>
                  <a:lnTo>
                    <a:pt x="3772281" y="827278"/>
                  </a:lnTo>
                  <a:lnTo>
                    <a:pt x="3772281" y="855853"/>
                  </a:lnTo>
                  <a:lnTo>
                    <a:pt x="3829431" y="827278"/>
                  </a:lnTo>
                  <a:lnTo>
                    <a:pt x="3848481" y="817753"/>
                  </a:lnTo>
                  <a:close/>
                </a:path>
                <a:path extrusionOk="0" h="3280410" w="6767195">
                  <a:moveTo>
                    <a:pt x="6766687" y="1638554"/>
                  </a:moveTo>
                  <a:lnTo>
                    <a:pt x="6747637" y="1638554"/>
                  </a:lnTo>
                  <a:lnTo>
                    <a:pt x="6747637" y="3260775"/>
                  </a:lnTo>
                  <a:lnTo>
                    <a:pt x="47625" y="3260775"/>
                  </a:lnTo>
                  <a:lnTo>
                    <a:pt x="47625" y="1515237"/>
                  </a:lnTo>
                  <a:lnTo>
                    <a:pt x="76200" y="1515237"/>
                  </a:lnTo>
                  <a:lnTo>
                    <a:pt x="69850" y="1502537"/>
                  </a:lnTo>
                  <a:lnTo>
                    <a:pt x="38100" y="1439037"/>
                  </a:lnTo>
                  <a:lnTo>
                    <a:pt x="0" y="1515237"/>
                  </a:lnTo>
                  <a:lnTo>
                    <a:pt x="28575" y="1515237"/>
                  </a:lnTo>
                  <a:lnTo>
                    <a:pt x="28575" y="3275546"/>
                  </a:lnTo>
                  <a:lnTo>
                    <a:pt x="32842" y="3279813"/>
                  </a:lnTo>
                  <a:lnTo>
                    <a:pt x="6762496" y="3279813"/>
                  </a:lnTo>
                  <a:lnTo>
                    <a:pt x="6766687" y="3275546"/>
                  </a:lnTo>
                  <a:lnTo>
                    <a:pt x="6766687" y="3270288"/>
                  </a:lnTo>
                  <a:lnTo>
                    <a:pt x="6766687" y="3260775"/>
                  </a:lnTo>
                  <a:lnTo>
                    <a:pt x="6766687" y="1638554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001262" y="2087117"/>
              <a:ext cx="901700" cy="1484630"/>
            </a:xfrm>
            <a:custGeom>
              <a:rect b="b" l="l" r="r" t="t"/>
              <a:pathLst>
                <a:path extrusionOk="0" h="1484629" w="901700">
                  <a:moveTo>
                    <a:pt x="0" y="1484122"/>
                  </a:moveTo>
                  <a:lnTo>
                    <a:pt x="407924" y="1484122"/>
                  </a:lnTo>
                  <a:lnTo>
                    <a:pt x="407924" y="0"/>
                  </a:lnTo>
                  <a:lnTo>
                    <a:pt x="901191" y="0"/>
                  </a:lnTo>
                </a:path>
              </a:pathLst>
            </a:custGeom>
            <a:noFill/>
            <a:ln cap="flat" cmpd="sng" w="19050">
              <a:solidFill>
                <a:srgbClr val="2121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482904" y="2136775"/>
            <a:ext cx="2842895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/>
              <a:t>Agents Hands-on</a:t>
            </a:r>
            <a:endParaRPr sz="2700"/>
          </a:p>
        </p:txBody>
      </p:sp>
      <p:sp>
        <p:nvSpPr>
          <p:cNvPr id="219" name="Google Shape;219;p11"/>
          <p:cNvSpPr txBox="1"/>
          <p:nvPr/>
        </p:nvSpPr>
        <p:spPr>
          <a:xfrm>
            <a:off x="623417" y="2707081"/>
            <a:ext cx="26606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6865" lvl="0" marL="329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Python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865" lvl="0" marL="329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Search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865" lvl="0" marL="3295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Building a Data Frame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Building Agents with Function Calling</a:t>
            </a:r>
            <a:endParaRPr/>
          </a:p>
        </p:txBody>
      </p:sp>
      <p:pic>
        <p:nvPicPr>
          <p:cNvPr id="225" name="Google Shape;2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3696" y="1696222"/>
            <a:ext cx="615696" cy="691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2"/>
          <p:cNvGrpSpPr/>
          <p:nvPr/>
        </p:nvGrpSpPr>
        <p:grpSpPr>
          <a:xfrm>
            <a:off x="3398520" y="2741676"/>
            <a:ext cx="1153795" cy="740918"/>
            <a:chOff x="3398520" y="2741676"/>
            <a:chExt cx="1153795" cy="740918"/>
          </a:xfrm>
        </p:grpSpPr>
        <p:sp>
          <p:nvSpPr>
            <p:cNvPr id="227" name="Google Shape;227;p12"/>
            <p:cNvSpPr/>
            <p:nvPr/>
          </p:nvSpPr>
          <p:spPr>
            <a:xfrm>
              <a:off x="3398520" y="3186684"/>
              <a:ext cx="1153795" cy="295910"/>
            </a:xfrm>
            <a:custGeom>
              <a:rect b="b" l="l" r="r" t="t"/>
              <a:pathLst>
                <a:path extrusionOk="0" h="295910" w="1153795">
                  <a:moveTo>
                    <a:pt x="1153668" y="0"/>
                  </a:moveTo>
                  <a:lnTo>
                    <a:pt x="0" y="0"/>
                  </a:lnTo>
                  <a:lnTo>
                    <a:pt x="0" y="295656"/>
                  </a:lnTo>
                  <a:lnTo>
                    <a:pt x="1153668" y="295656"/>
                  </a:lnTo>
                  <a:lnTo>
                    <a:pt x="1153668" y="0"/>
                  </a:lnTo>
                  <a:close/>
                </a:path>
              </a:pathLst>
            </a:custGeom>
            <a:solidFill>
              <a:srgbClr val="0D39A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3639312" y="2741676"/>
              <a:ext cx="664845" cy="445134"/>
            </a:xfrm>
            <a:custGeom>
              <a:rect b="b" l="l" r="r" t="t"/>
              <a:pathLst>
                <a:path extrusionOk="0" h="445135" w="664845">
                  <a:moveTo>
                    <a:pt x="664463" y="0"/>
                  </a:moveTo>
                  <a:lnTo>
                    <a:pt x="0" y="0"/>
                  </a:lnTo>
                  <a:lnTo>
                    <a:pt x="0" y="445007"/>
                  </a:lnTo>
                  <a:lnTo>
                    <a:pt x="664463" y="445007"/>
                  </a:lnTo>
                  <a:lnTo>
                    <a:pt x="664463" y="0"/>
                  </a:lnTo>
                  <a:close/>
                </a:path>
              </a:pathLst>
            </a:custGeom>
            <a:solidFill>
              <a:srgbClr val="A2151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12"/>
          <p:cNvSpPr txBox="1"/>
          <p:nvPr/>
        </p:nvSpPr>
        <p:spPr>
          <a:xfrm>
            <a:off x="3275076" y="1583436"/>
            <a:ext cx="1416050" cy="242189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3334" rtl="0" algn="ctr">
              <a:lnSpc>
                <a:spcPct val="100000"/>
              </a:lnSpc>
              <a:spcBef>
                <a:spcPts val="143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762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07975" marR="322580" rtl="0" algn="ctr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News Search, Price Enquiry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509777" y="2423922"/>
            <a:ext cx="1826260" cy="86741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838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User Input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latest stock price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01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MSFT?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2335529" y="2756661"/>
            <a:ext cx="939800" cy="109855"/>
          </a:xfrm>
          <a:custGeom>
            <a:rect b="b" l="l" r="r" t="t"/>
            <a:pathLst>
              <a:path extrusionOk="0" h="109855" w="939800">
                <a:moveTo>
                  <a:pt x="461521" y="63832"/>
                </a:moveTo>
                <a:lnTo>
                  <a:pt x="460614" y="64262"/>
                </a:lnTo>
                <a:lnTo>
                  <a:pt x="460476" y="64262"/>
                </a:lnTo>
                <a:lnTo>
                  <a:pt x="456819" y="65405"/>
                </a:lnTo>
                <a:lnTo>
                  <a:pt x="418083" y="72262"/>
                </a:lnTo>
                <a:lnTo>
                  <a:pt x="353821" y="78612"/>
                </a:lnTo>
                <a:lnTo>
                  <a:pt x="270128" y="83946"/>
                </a:lnTo>
                <a:lnTo>
                  <a:pt x="212597" y="86487"/>
                </a:lnTo>
                <a:lnTo>
                  <a:pt x="130428" y="89026"/>
                </a:lnTo>
                <a:lnTo>
                  <a:pt x="33051" y="90550"/>
                </a:lnTo>
                <a:lnTo>
                  <a:pt x="0" y="90550"/>
                </a:lnTo>
                <a:lnTo>
                  <a:pt x="0" y="109600"/>
                </a:lnTo>
                <a:lnTo>
                  <a:pt x="33147" y="109600"/>
                </a:lnTo>
                <a:lnTo>
                  <a:pt x="130809" y="108076"/>
                </a:lnTo>
                <a:lnTo>
                  <a:pt x="213359" y="105537"/>
                </a:lnTo>
                <a:lnTo>
                  <a:pt x="289051" y="101981"/>
                </a:lnTo>
                <a:lnTo>
                  <a:pt x="355219" y="97536"/>
                </a:lnTo>
                <a:lnTo>
                  <a:pt x="420369" y="91186"/>
                </a:lnTo>
                <a:lnTo>
                  <a:pt x="461390" y="83946"/>
                </a:lnTo>
                <a:lnTo>
                  <a:pt x="474725" y="77850"/>
                </a:lnTo>
                <a:lnTo>
                  <a:pt x="475995" y="76962"/>
                </a:lnTo>
                <a:lnTo>
                  <a:pt x="477012" y="75692"/>
                </a:lnTo>
                <a:lnTo>
                  <a:pt x="477358" y="74930"/>
                </a:lnTo>
                <a:lnTo>
                  <a:pt x="476122" y="74930"/>
                </a:lnTo>
                <a:lnTo>
                  <a:pt x="476222" y="74802"/>
                </a:lnTo>
                <a:lnTo>
                  <a:pt x="475847" y="74802"/>
                </a:lnTo>
                <a:lnTo>
                  <a:pt x="476436" y="74531"/>
                </a:lnTo>
                <a:lnTo>
                  <a:pt x="478917" y="71374"/>
                </a:lnTo>
                <a:lnTo>
                  <a:pt x="486232" y="71374"/>
                </a:lnTo>
                <a:lnTo>
                  <a:pt x="488314" y="70865"/>
                </a:lnTo>
                <a:lnTo>
                  <a:pt x="494792" y="69468"/>
                </a:lnTo>
                <a:lnTo>
                  <a:pt x="502538" y="68071"/>
                </a:lnTo>
                <a:lnTo>
                  <a:pt x="515077" y="66293"/>
                </a:lnTo>
                <a:lnTo>
                  <a:pt x="460375" y="66293"/>
                </a:lnTo>
                <a:lnTo>
                  <a:pt x="461009" y="64769"/>
                </a:lnTo>
                <a:lnTo>
                  <a:pt x="461521" y="63832"/>
                </a:lnTo>
                <a:close/>
              </a:path>
              <a:path extrusionOk="0" h="109855" w="939800">
                <a:moveTo>
                  <a:pt x="862838" y="0"/>
                </a:moveTo>
                <a:lnTo>
                  <a:pt x="863077" y="28701"/>
                </a:lnTo>
                <a:lnTo>
                  <a:pt x="863105" y="32131"/>
                </a:lnTo>
                <a:lnTo>
                  <a:pt x="863225" y="46481"/>
                </a:lnTo>
                <a:lnTo>
                  <a:pt x="863351" y="61594"/>
                </a:lnTo>
                <a:lnTo>
                  <a:pt x="863472" y="76200"/>
                </a:lnTo>
                <a:lnTo>
                  <a:pt x="919339" y="47751"/>
                </a:lnTo>
                <a:lnTo>
                  <a:pt x="875919" y="47751"/>
                </a:lnTo>
                <a:lnTo>
                  <a:pt x="875792" y="28701"/>
                </a:lnTo>
                <a:lnTo>
                  <a:pt x="921211" y="28701"/>
                </a:lnTo>
                <a:lnTo>
                  <a:pt x="862838" y="0"/>
                </a:lnTo>
                <a:close/>
              </a:path>
              <a:path extrusionOk="0" h="109855" w="939800">
                <a:moveTo>
                  <a:pt x="477832" y="73887"/>
                </a:moveTo>
                <a:lnTo>
                  <a:pt x="477003" y="74269"/>
                </a:lnTo>
                <a:lnTo>
                  <a:pt x="476122" y="74930"/>
                </a:lnTo>
                <a:lnTo>
                  <a:pt x="477358" y="74930"/>
                </a:lnTo>
                <a:lnTo>
                  <a:pt x="477832" y="73887"/>
                </a:lnTo>
                <a:close/>
              </a:path>
              <a:path extrusionOk="0" h="109855" w="939800">
                <a:moveTo>
                  <a:pt x="476436" y="74531"/>
                </a:moveTo>
                <a:lnTo>
                  <a:pt x="475919" y="74802"/>
                </a:lnTo>
                <a:lnTo>
                  <a:pt x="476222" y="74802"/>
                </a:lnTo>
                <a:lnTo>
                  <a:pt x="476436" y="74531"/>
                </a:lnTo>
                <a:close/>
              </a:path>
              <a:path extrusionOk="0" h="109855" w="939800">
                <a:moveTo>
                  <a:pt x="477003" y="74269"/>
                </a:moveTo>
                <a:lnTo>
                  <a:pt x="476436" y="74531"/>
                </a:lnTo>
                <a:lnTo>
                  <a:pt x="476222" y="74802"/>
                </a:lnTo>
                <a:lnTo>
                  <a:pt x="476654" y="74531"/>
                </a:lnTo>
                <a:lnTo>
                  <a:pt x="477003" y="74269"/>
                </a:lnTo>
                <a:close/>
              </a:path>
              <a:path extrusionOk="0" h="109855" w="939800">
                <a:moveTo>
                  <a:pt x="478917" y="71374"/>
                </a:moveTo>
                <a:lnTo>
                  <a:pt x="476436" y="74531"/>
                </a:lnTo>
                <a:lnTo>
                  <a:pt x="476773" y="74269"/>
                </a:lnTo>
                <a:lnTo>
                  <a:pt x="477951" y="73532"/>
                </a:lnTo>
                <a:lnTo>
                  <a:pt x="478166" y="73151"/>
                </a:lnTo>
                <a:lnTo>
                  <a:pt x="478917" y="71374"/>
                </a:lnTo>
                <a:close/>
              </a:path>
              <a:path extrusionOk="0" h="109855" w="939800">
                <a:moveTo>
                  <a:pt x="477985" y="73532"/>
                </a:moveTo>
                <a:lnTo>
                  <a:pt x="476354" y="74531"/>
                </a:lnTo>
                <a:lnTo>
                  <a:pt x="477003" y="74269"/>
                </a:lnTo>
                <a:lnTo>
                  <a:pt x="477985" y="73532"/>
                </a:lnTo>
                <a:close/>
              </a:path>
              <a:path extrusionOk="0" h="109855" w="939800">
                <a:moveTo>
                  <a:pt x="477993" y="73532"/>
                </a:moveTo>
                <a:lnTo>
                  <a:pt x="477003" y="74269"/>
                </a:lnTo>
                <a:lnTo>
                  <a:pt x="477832" y="73887"/>
                </a:lnTo>
                <a:lnTo>
                  <a:pt x="477993" y="73532"/>
                </a:lnTo>
                <a:close/>
              </a:path>
              <a:path extrusionOk="0" h="109855" w="939800">
                <a:moveTo>
                  <a:pt x="486232" y="71374"/>
                </a:moveTo>
                <a:lnTo>
                  <a:pt x="478917" y="71374"/>
                </a:lnTo>
                <a:lnTo>
                  <a:pt x="478281" y="72898"/>
                </a:lnTo>
                <a:lnTo>
                  <a:pt x="477832" y="73887"/>
                </a:lnTo>
                <a:lnTo>
                  <a:pt x="479425" y="73151"/>
                </a:lnTo>
                <a:lnTo>
                  <a:pt x="482647" y="72262"/>
                </a:lnTo>
                <a:lnTo>
                  <a:pt x="486232" y="71374"/>
                </a:lnTo>
                <a:close/>
              </a:path>
              <a:path extrusionOk="0" h="109855" w="939800">
                <a:moveTo>
                  <a:pt x="462774" y="63373"/>
                </a:moveTo>
                <a:lnTo>
                  <a:pt x="461950" y="63832"/>
                </a:lnTo>
                <a:lnTo>
                  <a:pt x="461287" y="64262"/>
                </a:lnTo>
                <a:lnTo>
                  <a:pt x="461009" y="64769"/>
                </a:lnTo>
                <a:lnTo>
                  <a:pt x="460375" y="66293"/>
                </a:lnTo>
                <a:lnTo>
                  <a:pt x="462774" y="63373"/>
                </a:lnTo>
                <a:close/>
              </a:path>
              <a:path extrusionOk="0" h="109855" w="939800">
                <a:moveTo>
                  <a:pt x="543128" y="62992"/>
                </a:moveTo>
                <a:lnTo>
                  <a:pt x="463295" y="62992"/>
                </a:lnTo>
                <a:lnTo>
                  <a:pt x="462774" y="63373"/>
                </a:lnTo>
                <a:lnTo>
                  <a:pt x="460375" y="66293"/>
                </a:lnTo>
                <a:lnTo>
                  <a:pt x="515077" y="66293"/>
                </a:lnTo>
                <a:lnTo>
                  <a:pt x="521462" y="65405"/>
                </a:lnTo>
                <a:lnTo>
                  <a:pt x="543128" y="62992"/>
                </a:lnTo>
                <a:close/>
              </a:path>
              <a:path extrusionOk="0" h="109855" w="939800">
                <a:moveTo>
                  <a:pt x="462449" y="63373"/>
                </a:moveTo>
                <a:lnTo>
                  <a:pt x="461521" y="63832"/>
                </a:lnTo>
                <a:lnTo>
                  <a:pt x="461287" y="64262"/>
                </a:lnTo>
                <a:lnTo>
                  <a:pt x="462449" y="63373"/>
                </a:lnTo>
                <a:close/>
              </a:path>
              <a:path extrusionOk="0" h="109855" w="939800">
                <a:moveTo>
                  <a:pt x="863077" y="28701"/>
                </a:moveTo>
                <a:lnTo>
                  <a:pt x="851534" y="28701"/>
                </a:lnTo>
                <a:lnTo>
                  <a:pt x="808482" y="29590"/>
                </a:lnTo>
                <a:lnTo>
                  <a:pt x="725932" y="32131"/>
                </a:lnTo>
                <a:lnTo>
                  <a:pt x="632713" y="36702"/>
                </a:lnTo>
                <a:lnTo>
                  <a:pt x="584072" y="40131"/>
                </a:lnTo>
                <a:lnTo>
                  <a:pt x="518794" y="46481"/>
                </a:lnTo>
                <a:lnTo>
                  <a:pt x="477393" y="53975"/>
                </a:lnTo>
                <a:lnTo>
                  <a:pt x="468630" y="57150"/>
                </a:lnTo>
                <a:lnTo>
                  <a:pt x="467868" y="57404"/>
                </a:lnTo>
                <a:lnTo>
                  <a:pt x="467074" y="57912"/>
                </a:lnTo>
                <a:lnTo>
                  <a:pt x="466597" y="58293"/>
                </a:lnTo>
                <a:lnTo>
                  <a:pt x="464565" y="59817"/>
                </a:lnTo>
                <a:lnTo>
                  <a:pt x="463295" y="60706"/>
                </a:lnTo>
                <a:lnTo>
                  <a:pt x="462406" y="61975"/>
                </a:lnTo>
                <a:lnTo>
                  <a:pt x="461771" y="63373"/>
                </a:lnTo>
                <a:lnTo>
                  <a:pt x="461521" y="63832"/>
                </a:lnTo>
                <a:lnTo>
                  <a:pt x="462491" y="63373"/>
                </a:lnTo>
                <a:lnTo>
                  <a:pt x="463126" y="62864"/>
                </a:lnTo>
                <a:lnTo>
                  <a:pt x="544321" y="62864"/>
                </a:lnTo>
                <a:lnTo>
                  <a:pt x="585596" y="59055"/>
                </a:lnTo>
                <a:lnTo>
                  <a:pt x="669417" y="53720"/>
                </a:lnTo>
                <a:lnTo>
                  <a:pt x="767207" y="49783"/>
                </a:lnTo>
                <a:lnTo>
                  <a:pt x="851915" y="47751"/>
                </a:lnTo>
                <a:lnTo>
                  <a:pt x="863235" y="47751"/>
                </a:lnTo>
                <a:lnTo>
                  <a:pt x="863120" y="33908"/>
                </a:lnTo>
                <a:lnTo>
                  <a:pt x="863077" y="28701"/>
                </a:lnTo>
                <a:close/>
              </a:path>
              <a:path extrusionOk="0" h="109855" w="939800">
                <a:moveTo>
                  <a:pt x="463191" y="62864"/>
                </a:moveTo>
                <a:lnTo>
                  <a:pt x="462957" y="62992"/>
                </a:lnTo>
                <a:lnTo>
                  <a:pt x="461836" y="63832"/>
                </a:lnTo>
                <a:lnTo>
                  <a:pt x="462686" y="63373"/>
                </a:lnTo>
                <a:lnTo>
                  <a:pt x="463087" y="62992"/>
                </a:lnTo>
                <a:lnTo>
                  <a:pt x="463191" y="62864"/>
                </a:lnTo>
                <a:close/>
              </a:path>
              <a:path extrusionOk="0" h="109855" w="939800">
                <a:moveTo>
                  <a:pt x="544321" y="62864"/>
                </a:moveTo>
                <a:lnTo>
                  <a:pt x="463191" y="62864"/>
                </a:lnTo>
                <a:lnTo>
                  <a:pt x="462774" y="63373"/>
                </a:lnTo>
                <a:lnTo>
                  <a:pt x="462491" y="63373"/>
                </a:lnTo>
                <a:lnTo>
                  <a:pt x="463296" y="62992"/>
                </a:lnTo>
                <a:lnTo>
                  <a:pt x="543128" y="62992"/>
                </a:lnTo>
                <a:lnTo>
                  <a:pt x="544321" y="62864"/>
                </a:lnTo>
                <a:close/>
              </a:path>
              <a:path extrusionOk="0" h="109855" w="939800">
                <a:moveTo>
                  <a:pt x="463295" y="62992"/>
                </a:moveTo>
                <a:lnTo>
                  <a:pt x="462491" y="63373"/>
                </a:lnTo>
                <a:lnTo>
                  <a:pt x="462686" y="63373"/>
                </a:lnTo>
                <a:lnTo>
                  <a:pt x="463295" y="62992"/>
                </a:lnTo>
                <a:close/>
              </a:path>
              <a:path extrusionOk="0" h="109855" w="939800">
                <a:moveTo>
                  <a:pt x="921211" y="28701"/>
                </a:moveTo>
                <a:lnTo>
                  <a:pt x="875792" y="28701"/>
                </a:lnTo>
                <a:lnTo>
                  <a:pt x="875919" y="47751"/>
                </a:lnTo>
                <a:lnTo>
                  <a:pt x="919339" y="47751"/>
                </a:lnTo>
                <a:lnTo>
                  <a:pt x="939292" y="37592"/>
                </a:lnTo>
                <a:lnTo>
                  <a:pt x="921211" y="287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5778246" y="842010"/>
            <a:ext cx="2818130" cy="1711960"/>
          </a:xfrm>
          <a:prstGeom prst="rect">
            <a:avLst/>
          </a:prstGeom>
          <a:solidFill>
            <a:srgbClr val="EDEDED"/>
          </a:solidFill>
          <a:ln cap="flat" cmpd="sng" w="19050">
            <a:solidFill>
              <a:srgbClr val="202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2890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which function should be called to achieve the objective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175895" rtl="0" algn="l">
              <a:lnSpc>
                <a:spcPct val="2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the appropriate input to the function Run the function in a dedicated thread and collect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output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3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 the output in natural language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1038860" y="3298316"/>
            <a:ext cx="57848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691379" y="1791589"/>
            <a:ext cx="1090295" cy="1013460"/>
          </a:xfrm>
          <a:custGeom>
            <a:rect b="b" l="l" r="r" t="t"/>
            <a:pathLst>
              <a:path extrusionOk="0" h="1013460" w="1090295">
                <a:moveTo>
                  <a:pt x="1013466" y="28565"/>
                </a:moveTo>
                <a:lnTo>
                  <a:pt x="960882" y="39624"/>
                </a:lnTo>
                <a:lnTo>
                  <a:pt x="910717" y="55245"/>
                </a:lnTo>
                <a:lnTo>
                  <a:pt x="862203" y="75691"/>
                </a:lnTo>
                <a:lnTo>
                  <a:pt x="815340" y="100075"/>
                </a:lnTo>
                <a:lnTo>
                  <a:pt x="770763" y="128143"/>
                </a:lnTo>
                <a:lnTo>
                  <a:pt x="728853" y="159766"/>
                </a:lnTo>
                <a:lnTo>
                  <a:pt x="689991" y="194563"/>
                </a:lnTo>
                <a:lnTo>
                  <a:pt x="654558" y="232029"/>
                </a:lnTo>
                <a:lnTo>
                  <a:pt x="622935" y="271780"/>
                </a:lnTo>
                <a:lnTo>
                  <a:pt x="595503" y="313690"/>
                </a:lnTo>
                <a:lnTo>
                  <a:pt x="572770" y="357250"/>
                </a:lnTo>
                <a:lnTo>
                  <a:pt x="555117" y="402209"/>
                </a:lnTo>
                <a:lnTo>
                  <a:pt x="542798" y="448310"/>
                </a:lnTo>
                <a:lnTo>
                  <a:pt x="536575" y="494792"/>
                </a:lnTo>
                <a:lnTo>
                  <a:pt x="535813" y="517525"/>
                </a:lnTo>
                <a:lnTo>
                  <a:pt x="534924" y="539750"/>
                </a:lnTo>
                <a:lnTo>
                  <a:pt x="529082" y="583819"/>
                </a:lnTo>
                <a:lnTo>
                  <a:pt x="517398" y="627634"/>
                </a:lnTo>
                <a:lnTo>
                  <a:pt x="500380" y="670560"/>
                </a:lnTo>
                <a:lnTo>
                  <a:pt x="478663" y="712597"/>
                </a:lnTo>
                <a:lnTo>
                  <a:pt x="452120" y="752856"/>
                </a:lnTo>
                <a:lnTo>
                  <a:pt x="421513" y="791337"/>
                </a:lnTo>
                <a:lnTo>
                  <a:pt x="387223" y="827659"/>
                </a:lnTo>
                <a:lnTo>
                  <a:pt x="349504" y="861313"/>
                </a:lnTo>
                <a:lnTo>
                  <a:pt x="308864" y="891921"/>
                </a:lnTo>
                <a:lnTo>
                  <a:pt x="265557" y="919226"/>
                </a:lnTo>
                <a:lnTo>
                  <a:pt x="220218" y="942848"/>
                </a:lnTo>
                <a:lnTo>
                  <a:pt x="173228" y="962533"/>
                </a:lnTo>
                <a:lnTo>
                  <a:pt x="124714" y="977773"/>
                </a:lnTo>
                <a:lnTo>
                  <a:pt x="75311" y="988313"/>
                </a:lnTo>
                <a:lnTo>
                  <a:pt x="25527" y="993775"/>
                </a:lnTo>
                <a:lnTo>
                  <a:pt x="0" y="994410"/>
                </a:lnTo>
                <a:lnTo>
                  <a:pt x="338" y="1007110"/>
                </a:lnTo>
                <a:lnTo>
                  <a:pt x="433" y="1010666"/>
                </a:lnTo>
                <a:lnTo>
                  <a:pt x="508" y="1013460"/>
                </a:lnTo>
                <a:lnTo>
                  <a:pt x="26035" y="1012698"/>
                </a:lnTo>
                <a:lnTo>
                  <a:pt x="77978" y="1007110"/>
                </a:lnTo>
                <a:lnTo>
                  <a:pt x="129159" y="996315"/>
                </a:lnTo>
                <a:lnTo>
                  <a:pt x="179324" y="980567"/>
                </a:lnTo>
                <a:lnTo>
                  <a:pt x="227965" y="960374"/>
                </a:lnTo>
                <a:lnTo>
                  <a:pt x="274828" y="935990"/>
                </a:lnTo>
                <a:lnTo>
                  <a:pt x="319405" y="907796"/>
                </a:lnTo>
                <a:lnTo>
                  <a:pt x="361315" y="876173"/>
                </a:lnTo>
                <a:lnTo>
                  <a:pt x="400177" y="841629"/>
                </a:lnTo>
                <a:lnTo>
                  <a:pt x="435610" y="804163"/>
                </a:lnTo>
                <a:lnTo>
                  <a:pt x="467360" y="764413"/>
                </a:lnTo>
                <a:lnTo>
                  <a:pt x="494792" y="722630"/>
                </a:lnTo>
                <a:lnTo>
                  <a:pt x="517525" y="679069"/>
                </a:lnTo>
                <a:lnTo>
                  <a:pt x="535305" y="634111"/>
                </a:lnTo>
                <a:lnTo>
                  <a:pt x="547624" y="588263"/>
                </a:lnTo>
                <a:lnTo>
                  <a:pt x="553847" y="541655"/>
                </a:lnTo>
                <a:lnTo>
                  <a:pt x="555498" y="495554"/>
                </a:lnTo>
                <a:lnTo>
                  <a:pt x="557911" y="473456"/>
                </a:lnTo>
                <a:lnTo>
                  <a:pt x="566801" y="429387"/>
                </a:lnTo>
                <a:lnTo>
                  <a:pt x="581152" y="386080"/>
                </a:lnTo>
                <a:lnTo>
                  <a:pt x="600710" y="343662"/>
                </a:lnTo>
                <a:lnTo>
                  <a:pt x="624840" y="302513"/>
                </a:lnTo>
                <a:lnTo>
                  <a:pt x="653415" y="263017"/>
                </a:lnTo>
                <a:lnTo>
                  <a:pt x="685927" y="225679"/>
                </a:lnTo>
                <a:lnTo>
                  <a:pt x="722122" y="190754"/>
                </a:lnTo>
                <a:lnTo>
                  <a:pt x="761238" y="158623"/>
                </a:lnTo>
                <a:lnTo>
                  <a:pt x="803275" y="129540"/>
                </a:lnTo>
                <a:lnTo>
                  <a:pt x="847598" y="104012"/>
                </a:lnTo>
                <a:lnTo>
                  <a:pt x="893953" y="82296"/>
                </a:lnTo>
                <a:lnTo>
                  <a:pt x="941705" y="64897"/>
                </a:lnTo>
                <a:lnTo>
                  <a:pt x="990727" y="51943"/>
                </a:lnTo>
                <a:lnTo>
                  <a:pt x="1014983" y="47464"/>
                </a:lnTo>
                <a:lnTo>
                  <a:pt x="1013477" y="28701"/>
                </a:lnTo>
                <a:lnTo>
                  <a:pt x="1013466" y="28565"/>
                </a:lnTo>
                <a:close/>
              </a:path>
              <a:path extrusionOk="0" h="1013460" w="1090295">
                <a:moveTo>
                  <a:pt x="1026160" y="27432"/>
                </a:moveTo>
                <a:lnTo>
                  <a:pt x="1013466" y="28565"/>
                </a:lnTo>
                <a:lnTo>
                  <a:pt x="1017249" y="75691"/>
                </a:lnTo>
                <a:lnTo>
                  <a:pt x="1017270" y="75946"/>
                </a:lnTo>
                <a:lnTo>
                  <a:pt x="1064382" y="47464"/>
                </a:lnTo>
                <a:lnTo>
                  <a:pt x="1014205" y="47464"/>
                </a:lnTo>
                <a:lnTo>
                  <a:pt x="1027684" y="46482"/>
                </a:lnTo>
                <a:lnTo>
                  <a:pt x="1026261" y="28701"/>
                </a:lnTo>
                <a:lnTo>
                  <a:pt x="1026160" y="27432"/>
                </a:lnTo>
                <a:close/>
              </a:path>
              <a:path extrusionOk="0" h="1013460" w="1090295">
                <a:moveTo>
                  <a:pt x="1079152" y="27432"/>
                </a:moveTo>
                <a:lnTo>
                  <a:pt x="1026160" y="27432"/>
                </a:lnTo>
                <a:lnTo>
                  <a:pt x="1027684" y="46482"/>
                </a:lnTo>
                <a:lnTo>
                  <a:pt x="1014205" y="47464"/>
                </a:lnTo>
                <a:lnTo>
                  <a:pt x="1064382" y="47464"/>
                </a:lnTo>
                <a:lnTo>
                  <a:pt x="1090168" y="31876"/>
                </a:lnTo>
                <a:lnTo>
                  <a:pt x="1079152" y="27432"/>
                </a:lnTo>
                <a:close/>
              </a:path>
              <a:path extrusionOk="0" h="1013460" w="1090295">
                <a:moveTo>
                  <a:pt x="1011174" y="0"/>
                </a:moveTo>
                <a:lnTo>
                  <a:pt x="1013375" y="27432"/>
                </a:lnTo>
                <a:lnTo>
                  <a:pt x="1013466" y="28565"/>
                </a:lnTo>
                <a:lnTo>
                  <a:pt x="1026160" y="27432"/>
                </a:lnTo>
                <a:lnTo>
                  <a:pt x="1079152" y="27432"/>
                </a:lnTo>
                <a:lnTo>
                  <a:pt x="101117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5" name="Google Shape;235;p12"/>
          <p:cNvGrpSpPr/>
          <p:nvPr/>
        </p:nvGrpSpPr>
        <p:grpSpPr>
          <a:xfrm>
            <a:off x="5781294" y="3254501"/>
            <a:ext cx="2816860" cy="1287780"/>
            <a:chOff x="5781294" y="3254501"/>
            <a:chExt cx="2816860" cy="1287780"/>
          </a:xfrm>
        </p:grpSpPr>
        <p:sp>
          <p:nvSpPr>
            <p:cNvPr id="236" name="Google Shape;236;p12"/>
            <p:cNvSpPr/>
            <p:nvPr/>
          </p:nvSpPr>
          <p:spPr>
            <a:xfrm>
              <a:off x="5781294" y="3254501"/>
              <a:ext cx="2816860" cy="1287780"/>
            </a:xfrm>
            <a:custGeom>
              <a:rect b="b" l="l" r="r" t="t"/>
              <a:pathLst>
                <a:path extrusionOk="0" h="1287779" w="2816859">
                  <a:moveTo>
                    <a:pt x="2816352" y="0"/>
                  </a:moveTo>
                  <a:lnTo>
                    <a:pt x="0" y="0"/>
                  </a:lnTo>
                  <a:lnTo>
                    <a:pt x="0" y="1287780"/>
                  </a:lnTo>
                  <a:lnTo>
                    <a:pt x="2816352" y="1287780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5781294" y="3254501"/>
              <a:ext cx="2816860" cy="1287780"/>
            </a:xfrm>
            <a:custGeom>
              <a:rect b="b" l="l" r="r" t="t"/>
              <a:pathLst>
                <a:path extrusionOk="0" h="1287779" w="2816859">
                  <a:moveTo>
                    <a:pt x="0" y="1287780"/>
                  </a:moveTo>
                  <a:lnTo>
                    <a:pt x="2816352" y="1287780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287780"/>
                  </a:lnTo>
                  <a:close/>
                </a:path>
              </a:pathLst>
            </a:custGeom>
            <a:noFill/>
            <a:ln cap="flat" cmpd="sng" w="19050">
              <a:solidFill>
                <a:srgbClr val="2020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12"/>
          <p:cNvSpPr txBox="1"/>
          <p:nvPr/>
        </p:nvSpPr>
        <p:spPr>
          <a:xfrm>
            <a:off x="5866129" y="3352927"/>
            <a:ext cx="57086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02020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5902452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3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6658356" y="3727703"/>
            <a:ext cx="1056640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72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7912607" y="3727703"/>
            <a:ext cx="558165" cy="29591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009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12"/>
          <p:cNvGrpSpPr/>
          <p:nvPr/>
        </p:nvGrpSpPr>
        <p:grpSpPr>
          <a:xfrm>
            <a:off x="6460997" y="2553461"/>
            <a:ext cx="1453260" cy="1361490"/>
            <a:chOff x="6460997" y="2553461"/>
            <a:chExt cx="1453260" cy="1361490"/>
          </a:xfrm>
        </p:grpSpPr>
        <p:pic>
          <p:nvPicPr>
            <p:cNvPr id="243" name="Google Shape;24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60997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49" y="3838701"/>
              <a:ext cx="199008" cy="7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12"/>
            <p:cNvSpPr/>
            <p:nvPr/>
          </p:nvSpPr>
          <p:spPr>
            <a:xfrm>
              <a:off x="7150734" y="2553461"/>
              <a:ext cx="76200" cy="701040"/>
            </a:xfrm>
            <a:custGeom>
              <a:rect b="b" l="l" r="r" t="t"/>
              <a:pathLst>
                <a:path extrusionOk="0" h="701039" w="76200">
                  <a:moveTo>
                    <a:pt x="28558" y="624332"/>
                  </a:moveTo>
                  <a:lnTo>
                    <a:pt x="0" y="624332"/>
                  </a:lnTo>
                  <a:lnTo>
                    <a:pt x="38100" y="700532"/>
                  </a:lnTo>
                  <a:lnTo>
                    <a:pt x="69850" y="637032"/>
                  </a:lnTo>
                  <a:lnTo>
                    <a:pt x="28575" y="637032"/>
                  </a:lnTo>
                  <a:lnTo>
                    <a:pt x="28558" y="624332"/>
                  </a:lnTo>
                  <a:close/>
                </a:path>
                <a:path extrusionOk="0" h="701039" w="76200">
                  <a:moveTo>
                    <a:pt x="27559" y="352170"/>
                  </a:moveTo>
                  <a:lnTo>
                    <a:pt x="27686" y="367664"/>
                  </a:lnTo>
                  <a:lnTo>
                    <a:pt x="27813" y="387985"/>
                  </a:lnTo>
                  <a:lnTo>
                    <a:pt x="27940" y="405256"/>
                  </a:lnTo>
                  <a:lnTo>
                    <a:pt x="28067" y="425323"/>
                  </a:lnTo>
                  <a:lnTo>
                    <a:pt x="28194" y="447801"/>
                  </a:lnTo>
                  <a:lnTo>
                    <a:pt x="28321" y="512825"/>
                  </a:lnTo>
                  <a:lnTo>
                    <a:pt x="28448" y="541782"/>
                  </a:lnTo>
                  <a:lnTo>
                    <a:pt x="28575" y="637032"/>
                  </a:lnTo>
                  <a:lnTo>
                    <a:pt x="47625" y="637032"/>
                  </a:lnTo>
                  <a:lnTo>
                    <a:pt x="47498" y="541782"/>
                  </a:lnTo>
                  <a:lnTo>
                    <a:pt x="47371" y="485394"/>
                  </a:lnTo>
                  <a:lnTo>
                    <a:pt x="47244" y="436118"/>
                  </a:lnTo>
                  <a:lnTo>
                    <a:pt x="46990" y="396239"/>
                  </a:lnTo>
                  <a:lnTo>
                    <a:pt x="46863" y="373506"/>
                  </a:lnTo>
                  <a:lnTo>
                    <a:pt x="46736" y="362331"/>
                  </a:lnTo>
                  <a:lnTo>
                    <a:pt x="46609" y="354456"/>
                  </a:lnTo>
                  <a:lnTo>
                    <a:pt x="46563" y="352679"/>
                  </a:lnTo>
                  <a:lnTo>
                    <a:pt x="27686" y="352679"/>
                  </a:lnTo>
                  <a:lnTo>
                    <a:pt x="27559" y="352170"/>
                  </a:lnTo>
                  <a:close/>
                </a:path>
                <a:path extrusionOk="0" h="701039" w="76200">
                  <a:moveTo>
                    <a:pt x="76200" y="624332"/>
                  </a:moveTo>
                  <a:lnTo>
                    <a:pt x="47608" y="624332"/>
                  </a:lnTo>
                  <a:lnTo>
                    <a:pt x="47625" y="637032"/>
                  </a:lnTo>
                  <a:lnTo>
                    <a:pt x="69850" y="637032"/>
                  </a:lnTo>
                  <a:lnTo>
                    <a:pt x="76200" y="624332"/>
                  </a:lnTo>
                  <a:close/>
                </a:path>
                <a:path extrusionOk="0" h="701039" w="76200">
                  <a:moveTo>
                    <a:pt x="46514" y="350774"/>
                  </a:moveTo>
                  <a:lnTo>
                    <a:pt x="27432" y="350774"/>
                  </a:lnTo>
                  <a:lnTo>
                    <a:pt x="27550" y="351663"/>
                  </a:lnTo>
                  <a:lnTo>
                    <a:pt x="27618" y="352170"/>
                  </a:lnTo>
                  <a:lnTo>
                    <a:pt x="27686" y="352679"/>
                  </a:lnTo>
                  <a:lnTo>
                    <a:pt x="46563" y="352679"/>
                  </a:lnTo>
                  <a:lnTo>
                    <a:pt x="46514" y="350774"/>
                  </a:lnTo>
                  <a:close/>
                </a:path>
                <a:path extrusionOk="0" h="701039" w="76200">
                  <a:moveTo>
                    <a:pt x="45212" y="0"/>
                  </a:moveTo>
                  <a:lnTo>
                    <a:pt x="26162" y="0"/>
                  </a:lnTo>
                  <a:lnTo>
                    <a:pt x="26289" y="158876"/>
                  </a:lnTo>
                  <a:lnTo>
                    <a:pt x="26416" y="215264"/>
                  </a:lnTo>
                  <a:lnTo>
                    <a:pt x="26543" y="240919"/>
                  </a:lnTo>
                  <a:lnTo>
                    <a:pt x="26670" y="285623"/>
                  </a:lnTo>
                  <a:lnTo>
                    <a:pt x="26797" y="304292"/>
                  </a:lnTo>
                  <a:lnTo>
                    <a:pt x="26924" y="320294"/>
                  </a:lnTo>
                  <a:lnTo>
                    <a:pt x="27178" y="333120"/>
                  </a:lnTo>
                  <a:lnTo>
                    <a:pt x="27305" y="351155"/>
                  </a:lnTo>
                  <a:lnTo>
                    <a:pt x="27432" y="351663"/>
                  </a:lnTo>
                  <a:lnTo>
                    <a:pt x="27432" y="350774"/>
                  </a:lnTo>
                  <a:lnTo>
                    <a:pt x="46514" y="350774"/>
                  </a:lnTo>
                  <a:lnTo>
                    <a:pt x="46491" y="349885"/>
                  </a:lnTo>
                  <a:lnTo>
                    <a:pt x="46355" y="349885"/>
                  </a:lnTo>
                  <a:lnTo>
                    <a:pt x="46228" y="342264"/>
                  </a:lnTo>
                  <a:lnTo>
                    <a:pt x="46100" y="338200"/>
                  </a:lnTo>
                  <a:lnTo>
                    <a:pt x="45974" y="312546"/>
                  </a:lnTo>
                  <a:lnTo>
                    <a:pt x="45847" y="295275"/>
                  </a:lnTo>
                  <a:lnTo>
                    <a:pt x="45720" y="252856"/>
                  </a:lnTo>
                  <a:lnTo>
                    <a:pt x="45594" y="240919"/>
                  </a:lnTo>
                  <a:lnTo>
                    <a:pt x="45531" y="215264"/>
                  </a:lnTo>
                  <a:lnTo>
                    <a:pt x="45425" y="158876"/>
                  </a:lnTo>
                  <a:lnTo>
                    <a:pt x="45339" y="97281"/>
                  </a:lnTo>
                  <a:lnTo>
                    <a:pt x="45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2"/>
          <p:cNvSpPr txBox="1"/>
          <p:nvPr/>
        </p:nvSpPr>
        <p:spPr>
          <a:xfrm>
            <a:off x="5918327" y="4014927"/>
            <a:ext cx="497205" cy="43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Function Call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6927215" y="4014927"/>
            <a:ext cx="4178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Query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7936356" y="4014927"/>
            <a:ext cx="584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Summarize Output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type="title"/>
          </p:nvPr>
        </p:nvSpPr>
        <p:spPr>
          <a:xfrm>
            <a:off x="482904" y="2136775"/>
            <a:ext cx="4292600" cy="43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700"/>
              <a:t>Function Calling Hands-on</a:t>
            </a:r>
            <a:endParaRPr sz="2700"/>
          </a:p>
        </p:txBody>
      </p:sp>
      <p:sp>
        <p:nvSpPr>
          <p:cNvPr id="254" name="Google Shape;254;p13"/>
          <p:cNvSpPr txBox="1"/>
          <p:nvPr/>
        </p:nvSpPr>
        <p:spPr>
          <a:xfrm>
            <a:off x="623417" y="2707081"/>
            <a:ext cx="339979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Arial"/>
                <a:ea typeface="Arial"/>
                <a:cs typeface="Arial"/>
                <a:sym typeface="Arial"/>
              </a:rPr>
              <a:t>-	Building a Financial Information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 txBox="1"/>
          <p:nvPr>
            <p:ph type="title"/>
          </p:nvPr>
        </p:nvSpPr>
        <p:spPr>
          <a:xfrm>
            <a:off x="390550" y="171957"/>
            <a:ext cx="5641975" cy="45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679704" y="2837688"/>
            <a:ext cx="845819" cy="685800"/>
          </a:xfrm>
          <a:prstGeom prst="rect">
            <a:avLst/>
          </a:prstGeom>
          <a:solidFill>
            <a:srgbClr val="0D39A9"/>
          </a:solidFill>
          <a:ln>
            <a:noFill/>
          </a:ln>
        </p:spPr>
        <p:txBody>
          <a:bodyPr anchorCtr="0" anchor="t" bIns="0" lIns="0" spcFirstLastPara="1" rIns="0" wrap="square" tIns="200025">
            <a:spAutoFit/>
          </a:bodyPr>
          <a:lstStyle/>
          <a:p>
            <a:pPr indent="0" lvl="0" marL="895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2596895" y="2389632"/>
            <a:ext cx="1304925" cy="466725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 Aware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7112254" y="1314703"/>
            <a:ext cx="11137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Predefined set of tools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5652515" y="1306067"/>
            <a:ext cx="1304925" cy="408940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3409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1526158" y="2589148"/>
            <a:ext cx="1071880" cy="601980"/>
          </a:xfrm>
          <a:custGeom>
            <a:rect b="b" l="l" r="r" t="t"/>
            <a:pathLst>
              <a:path extrusionOk="0" h="601980" w="1071880">
                <a:moveTo>
                  <a:pt x="995258" y="29029"/>
                </a:moveTo>
                <a:lnTo>
                  <a:pt x="945641" y="34798"/>
                </a:lnTo>
                <a:lnTo>
                  <a:pt x="896620" y="43687"/>
                </a:lnTo>
                <a:lnTo>
                  <a:pt x="848995" y="55244"/>
                </a:lnTo>
                <a:lnTo>
                  <a:pt x="803147" y="69214"/>
                </a:lnTo>
                <a:lnTo>
                  <a:pt x="759460" y="85343"/>
                </a:lnTo>
                <a:lnTo>
                  <a:pt x="718311" y="103505"/>
                </a:lnTo>
                <a:lnTo>
                  <a:pt x="680085" y="123443"/>
                </a:lnTo>
                <a:lnTo>
                  <a:pt x="645160" y="145033"/>
                </a:lnTo>
                <a:lnTo>
                  <a:pt x="613917" y="168020"/>
                </a:lnTo>
                <a:lnTo>
                  <a:pt x="574674" y="204850"/>
                </a:lnTo>
                <a:lnTo>
                  <a:pt x="545972" y="244220"/>
                </a:lnTo>
                <a:lnTo>
                  <a:pt x="529590" y="285750"/>
                </a:lnTo>
                <a:lnTo>
                  <a:pt x="525779" y="324865"/>
                </a:lnTo>
                <a:lnTo>
                  <a:pt x="523621" y="336931"/>
                </a:lnTo>
                <a:lnTo>
                  <a:pt x="509270" y="373380"/>
                </a:lnTo>
                <a:lnTo>
                  <a:pt x="482980" y="409320"/>
                </a:lnTo>
                <a:lnTo>
                  <a:pt x="446023" y="444119"/>
                </a:lnTo>
                <a:lnTo>
                  <a:pt x="399668" y="476631"/>
                </a:lnTo>
                <a:lnTo>
                  <a:pt x="364235" y="496824"/>
                </a:lnTo>
                <a:lnTo>
                  <a:pt x="325628" y="515365"/>
                </a:lnTo>
                <a:lnTo>
                  <a:pt x="284226" y="532002"/>
                </a:lnTo>
                <a:lnTo>
                  <a:pt x="240538" y="546734"/>
                </a:lnTo>
                <a:lnTo>
                  <a:pt x="194817" y="559181"/>
                </a:lnTo>
                <a:lnTo>
                  <a:pt x="147573" y="569340"/>
                </a:lnTo>
                <a:lnTo>
                  <a:pt x="98932" y="576707"/>
                </a:lnTo>
                <a:lnTo>
                  <a:pt x="49910" y="581406"/>
                </a:lnTo>
                <a:lnTo>
                  <a:pt x="0" y="582930"/>
                </a:lnTo>
                <a:lnTo>
                  <a:pt x="67" y="588009"/>
                </a:lnTo>
                <a:lnTo>
                  <a:pt x="169" y="595630"/>
                </a:lnTo>
                <a:lnTo>
                  <a:pt x="253" y="601980"/>
                </a:lnTo>
                <a:lnTo>
                  <a:pt x="25400" y="601599"/>
                </a:lnTo>
                <a:lnTo>
                  <a:pt x="75946" y="598424"/>
                </a:lnTo>
                <a:lnTo>
                  <a:pt x="125984" y="592201"/>
                </a:lnTo>
                <a:lnTo>
                  <a:pt x="175005" y="583311"/>
                </a:lnTo>
                <a:lnTo>
                  <a:pt x="222630" y="571753"/>
                </a:lnTo>
                <a:lnTo>
                  <a:pt x="268478" y="557783"/>
                </a:lnTo>
                <a:lnTo>
                  <a:pt x="312039" y="541655"/>
                </a:lnTo>
                <a:lnTo>
                  <a:pt x="353314" y="523494"/>
                </a:lnTo>
                <a:lnTo>
                  <a:pt x="391541" y="503555"/>
                </a:lnTo>
                <a:lnTo>
                  <a:pt x="426339" y="482092"/>
                </a:lnTo>
                <a:lnTo>
                  <a:pt x="457580" y="459231"/>
                </a:lnTo>
                <a:lnTo>
                  <a:pt x="496823" y="422401"/>
                </a:lnTo>
                <a:lnTo>
                  <a:pt x="525398" y="383413"/>
                </a:lnTo>
                <a:lnTo>
                  <a:pt x="541909" y="342264"/>
                </a:lnTo>
                <a:lnTo>
                  <a:pt x="546227" y="300989"/>
                </a:lnTo>
                <a:lnTo>
                  <a:pt x="548385" y="289051"/>
                </a:lnTo>
                <a:lnTo>
                  <a:pt x="562991" y="252983"/>
                </a:lnTo>
                <a:lnTo>
                  <a:pt x="589153" y="217169"/>
                </a:lnTo>
                <a:lnTo>
                  <a:pt x="626110" y="182625"/>
                </a:lnTo>
                <a:lnTo>
                  <a:pt x="672465" y="150113"/>
                </a:lnTo>
                <a:lnTo>
                  <a:pt x="707897" y="130048"/>
                </a:lnTo>
                <a:lnTo>
                  <a:pt x="746505" y="111506"/>
                </a:lnTo>
                <a:lnTo>
                  <a:pt x="787908" y="94868"/>
                </a:lnTo>
                <a:lnTo>
                  <a:pt x="831722" y="80009"/>
                </a:lnTo>
                <a:lnTo>
                  <a:pt x="877316" y="67690"/>
                </a:lnTo>
                <a:lnTo>
                  <a:pt x="924686" y="57531"/>
                </a:lnTo>
                <a:lnTo>
                  <a:pt x="973073" y="50164"/>
                </a:lnTo>
                <a:lnTo>
                  <a:pt x="996151" y="48133"/>
                </a:lnTo>
                <a:lnTo>
                  <a:pt x="995362" y="31242"/>
                </a:lnTo>
                <a:lnTo>
                  <a:pt x="995258" y="29029"/>
                </a:lnTo>
                <a:close/>
              </a:path>
              <a:path extrusionOk="0" h="601980" w="1071880">
                <a:moveTo>
                  <a:pt x="1057102" y="27939"/>
                </a:moveTo>
                <a:lnTo>
                  <a:pt x="1007491" y="27939"/>
                </a:lnTo>
                <a:lnTo>
                  <a:pt x="1009141" y="46989"/>
                </a:lnTo>
                <a:lnTo>
                  <a:pt x="996151" y="48133"/>
                </a:lnTo>
                <a:lnTo>
                  <a:pt x="997339" y="73532"/>
                </a:lnTo>
                <a:lnTo>
                  <a:pt x="997458" y="76073"/>
                </a:lnTo>
                <a:lnTo>
                  <a:pt x="1071753" y="34417"/>
                </a:lnTo>
                <a:lnTo>
                  <a:pt x="1057102" y="27939"/>
                </a:lnTo>
                <a:close/>
              </a:path>
              <a:path extrusionOk="0" h="601980" w="1071880">
                <a:moveTo>
                  <a:pt x="1007491" y="27939"/>
                </a:moveTo>
                <a:lnTo>
                  <a:pt x="995258" y="29029"/>
                </a:lnTo>
                <a:lnTo>
                  <a:pt x="996098" y="46989"/>
                </a:lnTo>
                <a:lnTo>
                  <a:pt x="996151" y="48133"/>
                </a:lnTo>
                <a:lnTo>
                  <a:pt x="1009141" y="46989"/>
                </a:lnTo>
                <a:lnTo>
                  <a:pt x="1007585" y="29029"/>
                </a:lnTo>
                <a:lnTo>
                  <a:pt x="1007491" y="27939"/>
                </a:lnTo>
                <a:close/>
              </a:path>
              <a:path extrusionOk="0" h="601980" w="1071880">
                <a:moveTo>
                  <a:pt x="993902" y="0"/>
                </a:moveTo>
                <a:lnTo>
                  <a:pt x="995208" y="27939"/>
                </a:lnTo>
                <a:lnTo>
                  <a:pt x="995258" y="29029"/>
                </a:lnTo>
                <a:lnTo>
                  <a:pt x="1007491" y="27939"/>
                </a:lnTo>
                <a:lnTo>
                  <a:pt x="1057102" y="27939"/>
                </a:lnTo>
                <a:lnTo>
                  <a:pt x="993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902075" y="1475485"/>
            <a:ext cx="1788160" cy="2005964"/>
          </a:xfrm>
          <a:custGeom>
            <a:rect b="b" l="l" r="r" t="t"/>
            <a:pathLst>
              <a:path extrusionOk="0" h="2005964" w="1788160">
                <a:moveTo>
                  <a:pt x="1771357" y="1977136"/>
                </a:moveTo>
                <a:lnTo>
                  <a:pt x="1724406" y="1977136"/>
                </a:lnTo>
                <a:lnTo>
                  <a:pt x="1711693" y="1977136"/>
                </a:lnTo>
                <a:lnTo>
                  <a:pt x="1710944" y="2005457"/>
                </a:lnTo>
                <a:lnTo>
                  <a:pt x="1771357" y="1977136"/>
                </a:lnTo>
                <a:close/>
              </a:path>
              <a:path extrusionOk="0" h="2005964" w="1788160">
                <a:moveTo>
                  <a:pt x="1788160" y="1969262"/>
                </a:moveTo>
                <a:lnTo>
                  <a:pt x="1712976" y="1929257"/>
                </a:lnTo>
                <a:lnTo>
                  <a:pt x="1712391" y="1950847"/>
                </a:lnTo>
                <a:lnTo>
                  <a:pt x="1712290" y="1954657"/>
                </a:lnTo>
                <a:lnTo>
                  <a:pt x="1712214" y="1957806"/>
                </a:lnTo>
                <a:lnTo>
                  <a:pt x="1711972" y="1957806"/>
                </a:lnTo>
                <a:lnTo>
                  <a:pt x="1711972" y="1966671"/>
                </a:lnTo>
                <a:lnTo>
                  <a:pt x="1711909" y="1969262"/>
                </a:lnTo>
                <a:lnTo>
                  <a:pt x="1711845" y="1971306"/>
                </a:lnTo>
                <a:lnTo>
                  <a:pt x="1711972" y="1966671"/>
                </a:lnTo>
                <a:lnTo>
                  <a:pt x="1711972" y="1957806"/>
                </a:lnTo>
                <a:lnTo>
                  <a:pt x="1663700" y="1954657"/>
                </a:lnTo>
                <a:lnTo>
                  <a:pt x="1622552" y="1950847"/>
                </a:lnTo>
                <a:lnTo>
                  <a:pt x="1581658" y="1945767"/>
                </a:lnTo>
                <a:lnTo>
                  <a:pt x="1541272" y="1939798"/>
                </a:lnTo>
                <a:lnTo>
                  <a:pt x="1501394" y="1932940"/>
                </a:lnTo>
                <a:lnTo>
                  <a:pt x="1461897" y="1924939"/>
                </a:lnTo>
                <a:lnTo>
                  <a:pt x="1423289" y="1916176"/>
                </a:lnTo>
                <a:lnTo>
                  <a:pt x="1385316" y="1906651"/>
                </a:lnTo>
                <a:lnTo>
                  <a:pt x="1348232" y="1896110"/>
                </a:lnTo>
                <a:lnTo>
                  <a:pt x="1276604" y="1872869"/>
                </a:lnTo>
                <a:lnTo>
                  <a:pt x="1209421" y="1846834"/>
                </a:lnTo>
                <a:lnTo>
                  <a:pt x="1147191" y="1818132"/>
                </a:lnTo>
                <a:lnTo>
                  <a:pt x="1090549" y="1787525"/>
                </a:lnTo>
                <a:lnTo>
                  <a:pt x="1040130" y="1754759"/>
                </a:lnTo>
                <a:lnTo>
                  <a:pt x="996696" y="1720850"/>
                </a:lnTo>
                <a:lnTo>
                  <a:pt x="961009" y="1685544"/>
                </a:lnTo>
                <a:lnTo>
                  <a:pt x="933411" y="1649603"/>
                </a:lnTo>
                <a:lnTo>
                  <a:pt x="914527" y="1613408"/>
                </a:lnTo>
                <a:lnTo>
                  <a:pt x="904036" y="1568831"/>
                </a:lnTo>
                <a:lnTo>
                  <a:pt x="903224" y="1548384"/>
                </a:lnTo>
                <a:lnTo>
                  <a:pt x="902208" y="1538224"/>
                </a:lnTo>
                <a:lnTo>
                  <a:pt x="891413" y="1497584"/>
                </a:lnTo>
                <a:lnTo>
                  <a:pt x="870839" y="1457960"/>
                </a:lnTo>
                <a:lnTo>
                  <a:pt x="841502" y="1419733"/>
                </a:lnTo>
                <a:lnTo>
                  <a:pt x="804037" y="1382903"/>
                </a:lnTo>
                <a:lnTo>
                  <a:pt x="759206" y="1347597"/>
                </a:lnTo>
                <a:lnTo>
                  <a:pt x="707517" y="1314069"/>
                </a:lnTo>
                <a:lnTo>
                  <a:pt x="649605" y="1282700"/>
                </a:lnTo>
                <a:lnTo>
                  <a:pt x="586232" y="1253617"/>
                </a:lnTo>
                <a:lnTo>
                  <a:pt x="518033" y="1226947"/>
                </a:lnTo>
                <a:lnTo>
                  <a:pt x="445516" y="1203452"/>
                </a:lnTo>
                <a:lnTo>
                  <a:pt x="407797" y="1192784"/>
                </a:lnTo>
                <a:lnTo>
                  <a:pt x="369443" y="1183005"/>
                </a:lnTo>
                <a:lnTo>
                  <a:pt x="330200" y="1174115"/>
                </a:lnTo>
                <a:lnTo>
                  <a:pt x="290449" y="1165987"/>
                </a:lnTo>
                <a:lnTo>
                  <a:pt x="250063" y="1159002"/>
                </a:lnTo>
                <a:lnTo>
                  <a:pt x="209169" y="1152906"/>
                </a:lnTo>
                <a:lnTo>
                  <a:pt x="167767" y="1147826"/>
                </a:lnTo>
                <a:lnTo>
                  <a:pt x="154876" y="1146581"/>
                </a:lnTo>
                <a:lnTo>
                  <a:pt x="164719" y="1145286"/>
                </a:lnTo>
                <a:lnTo>
                  <a:pt x="205232" y="1138301"/>
                </a:lnTo>
                <a:lnTo>
                  <a:pt x="245364" y="1130046"/>
                </a:lnTo>
                <a:lnTo>
                  <a:pt x="285115" y="1120521"/>
                </a:lnTo>
                <a:lnTo>
                  <a:pt x="324231" y="1109599"/>
                </a:lnTo>
                <a:lnTo>
                  <a:pt x="362712" y="1097534"/>
                </a:lnTo>
                <a:lnTo>
                  <a:pt x="400431" y="1084326"/>
                </a:lnTo>
                <a:lnTo>
                  <a:pt x="437388" y="1069848"/>
                </a:lnTo>
                <a:lnTo>
                  <a:pt x="473329" y="1054354"/>
                </a:lnTo>
                <a:lnTo>
                  <a:pt x="508381" y="1037844"/>
                </a:lnTo>
                <a:lnTo>
                  <a:pt x="542417" y="1020318"/>
                </a:lnTo>
                <a:lnTo>
                  <a:pt x="607060" y="982599"/>
                </a:lnTo>
                <a:lnTo>
                  <a:pt x="666623" y="941451"/>
                </a:lnTo>
                <a:lnTo>
                  <a:pt x="720344" y="897509"/>
                </a:lnTo>
                <a:lnTo>
                  <a:pt x="767715" y="850900"/>
                </a:lnTo>
                <a:lnTo>
                  <a:pt x="807974" y="802132"/>
                </a:lnTo>
                <a:lnTo>
                  <a:pt x="840613" y="751459"/>
                </a:lnTo>
                <a:lnTo>
                  <a:pt x="864870" y="699262"/>
                </a:lnTo>
                <a:lnTo>
                  <a:pt x="877189" y="659384"/>
                </a:lnTo>
                <a:lnTo>
                  <a:pt x="883920" y="618998"/>
                </a:lnTo>
                <a:lnTo>
                  <a:pt x="885571" y="579120"/>
                </a:lnTo>
                <a:lnTo>
                  <a:pt x="886460" y="566547"/>
                </a:lnTo>
                <a:lnTo>
                  <a:pt x="892937" y="528828"/>
                </a:lnTo>
                <a:lnTo>
                  <a:pt x="904367" y="491363"/>
                </a:lnTo>
                <a:lnTo>
                  <a:pt x="927481" y="441706"/>
                </a:lnTo>
                <a:lnTo>
                  <a:pt x="958850" y="392938"/>
                </a:lnTo>
                <a:lnTo>
                  <a:pt x="997839" y="345833"/>
                </a:lnTo>
                <a:lnTo>
                  <a:pt x="1043813" y="300482"/>
                </a:lnTo>
                <a:lnTo>
                  <a:pt x="1096391" y="257556"/>
                </a:lnTo>
                <a:lnTo>
                  <a:pt x="1154557" y="217297"/>
                </a:lnTo>
                <a:lnTo>
                  <a:pt x="1217930" y="180213"/>
                </a:lnTo>
                <a:lnTo>
                  <a:pt x="1286002" y="146812"/>
                </a:lnTo>
                <a:lnTo>
                  <a:pt x="1321435" y="131445"/>
                </a:lnTo>
                <a:lnTo>
                  <a:pt x="1357630" y="117348"/>
                </a:lnTo>
                <a:lnTo>
                  <a:pt x="1394841" y="104140"/>
                </a:lnTo>
                <a:lnTo>
                  <a:pt x="1432560" y="92329"/>
                </a:lnTo>
                <a:lnTo>
                  <a:pt x="1471041" y="81661"/>
                </a:lnTo>
                <a:lnTo>
                  <a:pt x="1510157" y="72009"/>
                </a:lnTo>
                <a:lnTo>
                  <a:pt x="1549527" y="63881"/>
                </a:lnTo>
                <a:lnTo>
                  <a:pt x="1589532" y="57150"/>
                </a:lnTo>
                <a:lnTo>
                  <a:pt x="1629664" y="51816"/>
                </a:lnTo>
                <a:lnTo>
                  <a:pt x="1670050" y="47879"/>
                </a:lnTo>
                <a:lnTo>
                  <a:pt x="1675434" y="47663"/>
                </a:lnTo>
                <a:lnTo>
                  <a:pt x="1675066" y="38252"/>
                </a:lnTo>
                <a:lnTo>
                  <a:pt x="1675345" y="45339"/>
                </a:lnTo>
                <a:lnTo>
                  <a:pt x="1675434" y="47663"/>
                </a:lnTo>
                <a:lnTo>
                  <a:pt x="1676361" y="72009"/>
                </a:lnTo>
                <a:lnTo>
                  <a:pt x="1676438" y="74041"/>
                </a:lnTo>
                <a:lnTo>
                  <a:pt x="1676527" y="76073"/>
                </a:lnTo>
                <a:lnTo>
                  <a:pt x="1751203" y="35052"/>
                </a:lnTo>
                <a:lnTo>
                  <a:pt x="1735734" y="28067"/>
                </a:lnTo>
                <a:lnTo>
                  <a:pt x="1673606" y="0"/>
                </a:lnTo>
                <a:lnTo>
                  <a:pt x="1674672" y="28067"/>
                </a:lnTo>
                <a:lnTo>
                  <a:pt x="1674698" y="28663"/>
                </a:lnTo>
                <a:lnTo>
                  <a:pt x="1668272" y="28956"/>
                </a:lnTo>
                <a:lnTo>
                  <a:pt x="1627124" y="32893"/>
                </a:lnTo>
                <a:lnTo>
                  <a:pt x="1586357" y="38354"/>
                </a:lnTo>
                <a:lnTo>
                  <a:pt x="1545717" y="45339"/>
                </a:lnTo>
                <a:lnTo>
                  <a:pt x="1505585" y="53594"/>
                </a:lnTo>
                <a:lnTo>
                  <a:pt x="1465961" y="63246"/>
                </a:lnTo>
                <a:lnTo>
                  <a:pt x="1426845" y="74041"/>
                </a:lnTo>
                <a:lnTo>
                  <a:pt x="1388491" y="86233"/>
                </a:lnTo>
                <a:lnTo>
                  <a:pt x="1350772" y="99568"/>
                </a:lnTo>
                <a:lnTo>
                  <a:pt x="1313815" y="113919"/>
                </a:lnTo>
                <a:lnTo>
                  <a:pt x="1277874" y="129540"/>
                </a:lnTo>
                <a:lnTo>
                  <a:pt x="1242695" y="146050"/>
                </a:lnTo>
                <a:lnTo>
                  <a:pt x="1208659" y="163703"/>
                </a:lnTo>
                <a:lnTo>
                  <a:pt x="1144016" y="201422"/>
                </a:lnTo>
                <a:lnTo>
                  <a:pt x="1084580" y="242570"/>
                </a:lnTo>
                <a:lnTo>
                  <a:pt x="1030732" y="286639"/>
                </a:lnTo>
                <a:lnTo>
                  <a:pt x="983488" y="333375"/>
                </a:lnTo>
                <a:lnTo>
                  <a:pt x="943102" y="382270"/>
                </a:lnTo>
                <a:lnTo>
                  <a:pt x="910463" y="432943"/>
                </a:lnTo>
                <a:lnTo>
                  <a:pt x="886333" y="485013"/>
                </a:lnTo>
                <a:lnTo>
                  <a:pt x="874268" y="524891"/>
                </a:lnTo>
                <a:lnTo>
                  <a:pt x="867537" y="565150"/>
                </a:lnTo>
                <a:lnTo>
                  <a:pt x="866267" y="591693"/>
                </a:lnTo>
                <a:lnTo>
                  <a:pt x="865886" y="604266"/>
                </a:lnTo>
                <a:lnTo>
                  <a:pt x="858774" y="654558"/>
                </a:lnTo>
                <a:lnTo>
                  <a:pt x="847217" y="692023"/>
                </a:lnTo>
                <a:lnTo>
                  <a:pt x="824230" y="741680"/>
                </a:lnTo>
                <a:lnTo>
                  <a:pt x="792988" y="790321"/>
                </a:lnTo>
                <a:lnTo>
                  <a:pt x="753999" y="837565"/>
                </a:lnTo>
                <a:lnTo>
                  <a:pt x="707898" y="883031"/>
                </a:lnTo>
                <a:lnTo>
                  <a:pt x="655447" y="926084"/>
                </a:lnTo>
                <a:lnTo>
                  <a:pt x="597154" y="966343"/>
                </a:lnTo>
                <a:lnTo>
                  <a:pt x="533781" y="1003427"/>
                </a:lnTo>
                <a:lnTo>
                  <a:pt x="465836" y="1036828"/>
                </a:lnTo>
                <a:lnTo>
                  <a:pt x="430403" y="1052068"/>
                </a:lnTo>
                <a:lnTo>
                  <a:pt x="394081" y="1066292"/>
                </a:lnTo>
                <a:lnTo>
                  <a:pt x="356870" y="1079373"/>
                </a:lnTo>
                <a:lnTo>
                  <a:pt x="319151" y="1091311"/>
                </a:lnTo>
                <a:lnTo>
                  <a:pt x="280670" y="1101979"/>
                </a:lnTo>
                <a:lnTo>
                  <a:pt x="241554" y="1111377"/>
                </a:lnTo>
                <a:lnTo>
                  <a:pt x="202057" y="1119505"/>
                </a:lnTo>
                <a:lnTo>
                  <a:pt x="162179" y="1126363"/>
                </a:lnTo>
                <a:lnTo>
                  <a:pt x="122047" y="1131697"/>
                </a:lnTo>
                <a:lnTo>
                  <a:pt x="81534" y="1135507"/>
                </a:lnTo>
                <a:lnTo>
                  <a:pt x="41021" y="1138047"/>
                </a:lnTo>
                <a:lnTo>
                  <a:pt x="7632" y="1138669"/>
                </a:lnTo>
                <a:lnTo>
                  <a:pt x="254" y="1138555"/>
                </a:lnTo>
                <a:lnTo>
                  <a:pt x="241" y="1138809"/>
                </a:lnTo>
                <a:lnTo>
                  <a:pt x="0" y="1138809"/>
                </a:lnTo>
                <a:lnTo>
                  <a:pt x="76" y="1145286"/>
                </a:lnTo>
                <a:lnTo>
                  <a:pt x="114" y="1148143"/>
                </a:lnTo>
                <a:lnTo>
                  <a:pt x="50" y="1152906"/>
                </a:lnTo>
                <a:lnTo>
                  <a:pt x="0" y="1157605"/>
                </a:lnTo>
                <a:lnTo>
                  <a:pt x="241" y="1157617"/>
                </a:lnTo>
                <a:lnTo>
                  <a:pt x="41910" y="1158113"/>
                </a:lnTo>
                <a:lnTo>
                  <a:pt x="83439" y="1160018"/>
                </a:lnTo>
                <a:lnTo>
                  <a:pt x="124841" y="1162812"/>
                </a:lnTo>
                <a:lnTo>
                  <a:pt x="165989" y="1166749"/>
                </a:lnTo>
                <a:lnTo>
                  <a:pt x="206756" y="1171829"/>
                </a:lnTo>
                <a:lnTo>
                  <a:pt x="247269" y="1177798"/>
                </a:lnTo>
                <a:lnTo>
                  <a:pt x="287147" y="1184783"/>
                </a:lnTo>
                <a:lnTo>
                  <a:pt x="326517" y="1192784"/>
                </a:lnTo>
                <a:lnTo>
                  <a:pt x="365252" y="1201547"/>
                </a:lnTo>
                <a:lnTo>
                  <a:pt x="403225" y="1211199"/>
                </a:lnTo>
                <a:lnTo>
                  <a:pt x="440309" y="1221740"/>
                </a:lnTo>
                <a:lnTo>
                  <a:pt x="511937" y="1244981"/>
                </a:lnTo>
                <a:lnTo>
                  <a:pt x="579120" y="1271143"/>
                </a:lnTo>
                <a:lnTo>
                  <a:pt x="641477" y="1299845"/>
                </a:lnTo>
                <a:lnTo>
                  <a:pt x="698119" y="1330706"/>
                </a:lnTo>
                <a:lnTo>
                  <a:pt x="748538" y="1363345"/>
                </a:lnTo>
                <a:lnTo>
                  <a:pt x="791972" y="1397508"/>
                </a:lnTo>
                <a:lnTo>
                  <a:pt x="827659" y="1432814"/>
                </a:lnTo>
                <a:lnTo>
                  <a:pt x="855345" y="1468882"/>
                </a:lnTo>
                <a:lnTo>
                  <a:pt x="874014" y="1505077"/>
                </a:lnTo>
                <a:lnTo>
                  <a:pt x="884301" y="1550289"/>
                </a:lnTo>
                <a:lnTo>
                  <a:pt x="884910" y="1568323"/>
                </a:lnTo>
                <a:lnTo>
                  <a:pt x="884936" y="1568831"/>
                </a:lnTo>
                <a:lnTo>
                  <a:pt x="893064" y="1609725"/>
                </a:lnTo>
                <a:lnTo>
                  <a:pt x="910971" y="1649603"/>
                </a:lnTo>
                <a:lnTo>
                  <a:pt x="946404" y="1697736"/>
                </a:lnTo>
                <a:lnTo>
                  <a:pt x="983742" y="1734693"/>
                </a:lnTo>
                <a:lnTo>
                  <a:pt x="1028700" y="1770126"/>
                </a:lnTo>
                <a:lnTo>
                  <a:pt x="1080516" y="1803654"/>
                </a:lnTo>
                <a:lnTo>
                  <a:pt x="1138301" y="1835150"/>
                </a:lnTo>
                <a:lnTo>
                  <a:pt x="1201801" y="1864233"/>
                </a:lnTo>
                <a:lnTo>
                  <a:pt x="1270000" y="1890776"/>
                </a:lnTo>
                <a:lnTo>
                  <a:pt x="1342517" y="1914271"/>
                </a:lnTo>
                <a:lnTo>
                  <a:pt x="1380109" y="1924939"/>
                </a:lnTo>
                <a:lnTo>
                  <a:pt x="1418590" y="1934591"/>
                </a:lnTo>
                <a:lnTo>
                  <a:pt x="1457706" y="1943608"/>
                </a:lnTo>
                <a:lnTo>
                  <a:pt x="1497584" y="1951609"/>
                </a:lnTo>
                <a:lnTo>
                  <a:pt x="1537970" y="1958594"/>
                </a:lnTo>
                <a:lnTo>
                  <a:pt x="1578991" y="1964690"/>
                </a:lnTo>
                <a:lnTo>
                  <a:pt x="1620266" y="1969770"/>
                </a:lnTo>
                <a:lnTo>
                  <a:pt x="1661922" y="1973707"/>
                </a:lnTo>
                <a:lnTo>
                  <a:pt x="1703832" y="1976501"/>
                </a:lnTo>
                <a:lnTo>
                  <a:pt x="1711706" y="1976755"/>
                </a:lnTo>
                <a:lnTo>
                  <a:pt x="1724406" y="1976755"/>
                </a:lnTo>
                <a:lnTo>
                  <a:pt x="1725015" y="1958594"/>
                </a:lnTo>
                <a:lnTo>
                  <a:pt x="1724520" y="1973707"/>
                </a:lnTo>
                <a:lnTo>
                  <a:pt x="1724418" y="1976755"/>
                </a:lnTo>
                <a:lnTo>
                  <a:pt x="1772196" y="1976755"/>
                </a:lnTo>
                <a:lnTo>
                  <a:pt x="1788160" y="19692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1732788" y="2799588"/>
            <a:ext cx="530860" cy="307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1644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4424171" y="2855976"/>
            <a:ext cx="844550" cy="4667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0" rtl="0" algn="ctr">
              <a:lnSpc>
                <a:spcPct val="96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to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4434840" y="1684020"/>
            <a:ext cx="962025" cy="5613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97790" lvl="0" marL="96520" marR="844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 plan and execute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5689091" y="3211067"/>
            <a:ext cx="1304925" cy="466725"/>
          </a:xfrm>
          <a:prstGeom prst="rect">
            <a:avLst/>
          </a:prstGeom>
          <a:solidFill>
            <a:srgbClr val="1A75B3"/>
          </a:solidFill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25463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 txBox="1"/>
          <p:nvPr/>
        </p:nvSpPr>
        <p:spPr>
          <a:xfrm>
            <a:off x="7176007" y="3237738"/>
            <a:ext cx="769620" cy="36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Focused instructions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2025-01-17T07:59:40Z</dcterms:created>
  <dc:creator>Kshitij.Verma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2025-01-17T00:00:00Z</vt:filetime>
  </property>
  <property fmtid="{D5CDD505-2E9C-101B-9397-08002B2CF9AE}" pid="5" name="Producer">
    <vt:lpwstr>Microsoft® PowerPoint® LTSC</vt:lpwstr>
  </property>
</Properties>
</file>